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webextensions/webextension3.xml" ContentType="application/vnd.ms-office.webextension+xml"/>
  <Override PartName="/ppt/webextensions/webextension4.xml" ContentType="application/vnd.ms-office.webextension+xml"/>
  <Override PartName="/ppt/webextensions/webextension5.xml" ContentType="application/vnd.ms-office.webextension+xml"/>
  <Override PartName="/ppt/webextensions/webextension6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0" r:id="rId1"/>
  </p:sldMasterIdLst>
  <p:notesMasterIdLst>
    <p:notesMasterId r:id="rId18"/>
  </p:notesMasterIdLst>
  <p:sldIdLst>
    <p:sldId id="362" r:id="rId2"/>
    <p:sldId id="258" r:id="rId3"/>
    <p:sldId id="259" r:id="rId4"/>
    <p:sldId id="262" r:id="rId5"/>
    <p:sldId id="313" r:id="rId6"/>
    <p:sldId id="363" r:id="rId7"/>
    <p:sldId id="319" r:id="rId8"/>
    <p:sldId id="316" r:id="rId9"/>
    <p:sldId id="377" r:id="rId10"/>
    <p:sldId id="374" r:id="rId11"/>
    <p:sldId id="375" r:id="rId12"/>
    <p:sldId id="376" r:id="rId13"/>
    <p:sldId id="373" r:id="rId14"/>
    <p:sldId id="372" r:id="rId15"/>
    <p:sldId id="370" r:id="rId16"/>
    <p:sldId id="359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bhishek Maharaj" initials="AM" lastIdx="1" clrIdx="0">
    <p:extLst>
      <p:ext uri="{19B8F6BF-5375-455C-9EA6-DF929625EA0E}">
        <p15:presenceInfo xmlns:p15="http://schemas.microsoft.com/office/powerpoint/2012/main" userId="2290e791eb46c31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74" d="100"/>
          <a:sy n="74" d="100"/>
        </p:scale>
        <p:origin x="104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microsoft.com/office/2007/relationships/hdphoto" Target="../media/hdphoto1.wdp"/><Relationship Id="rId1" Type="http://schemas.openxmlformats.org/officeDocument/2006/relationships/image" Target="../media/image7.png"/><Relationship Id="rId4" Type="http://schemas.openxmlformats.org/officeDocument/2006/relationships/image" Target="../media/image9.pn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microsoft.com/office/2007/relationships/hdphoto" Target="../media/hdphoto1.wdp"/><Relationship Id="rId1" Type="http://schemas.openxmlformats.org/officeDocument/2006/relationships/image" Target="../media/image7.png"/><Relationship Id="rId4" Type="http://schemas.openxmlformats.org/officeDocument/2006/relationships/image" Target="../media/image9.pn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B4A986D-FCC1-43B2-BF39-F97846EDDEAC}" type="doc">
      <dgm:prSet loTypeId="urn:microsoft.com/office/officeart/2005/8/layout/hierarchy3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46564E5E-B0A1-447E-BBF4-F1B0EEB99A07}">
      <dgm:prSet phldrT="[Text]"/>
      <dgm:spPr/>
      <dgm:t>
        <a:bodyPr/>
        <a:lstStyle/>
        <a:p>
          <a:pPr algn="l">
            <a:buNone/>
          </a:pPr>
          <a:r>
            <a:rPr lang="en-IN" dirty="0"/>
            <a:t>  Numerical Columns:</a:t>
          </a:r>
        </a:p>
      </dgm:t>
    </dgm:pt>
    <dgm:pt modelId="{50B907E1-9FBC-467D-B7BB-23AB6764FBF1}" type="parTrans" cxnId="{3AAD2624-9AA0-4DA6-8EC8-E7F21D1BB971}">
      <dgm:prSet/>
      <dgm:spPr/>
      <dgm:t>
        <a:bodyPr/>
        <a:lstStyle/>
        <a:p>
          <a:pPr algn="l"/>
          <a:endParaRPr lang="en-IN"/>
        </a:p>
      </dgm:t>
    </dgm:pt>
    <dgm:pt modelId="{4F0D94B5-521B-4203-9C26-484CEBF35DDD}" type="sibTrans" cxnId="{3AAD2624-9AA0-4DA6-8EC8-E7F21D1BB971}">
      <dgm:prSet/>
      <dgm:spPr/>
      <dgm:t>
        <a:bodyPr/>
        <a:lstStyle/>
        <a:p>
          <a:pPr algn="l"/>
          <a:endParaRPr lang="en-IN"/>
        </a:p>
      </dgm:t>
    </dgm:pt>
    <dgm:pt modelId="{1DF5B9C4-C83D-4351-B9FC-DAAA9DB2DCF4}">
      <dgm:prSet phldrT="[Text]"/>
      <dgm:spPr/>
      <dgm:t>
        <a:bodyPr/>
        <a:lstStyle/>
        <a:p>
          <a:pPr algn="l">
            <a:buNone/>
          </a:pPr>
          <a:r>
            <a:rPr lang="en-IN" dirty="0"/>
            <a:t>Categorical Columns:</a:t>
          </a:r>
        </a:p>
      </dgm:t>
    </dgm:pt>
    <dgm:pt modelId="{1F64EFF7-3194-41AF-8721-4BF7E5E9FBA8}" type="parTrans" cxnId="{3395D329-35FB-4F24-8AD6-8B7696B61C69}">
      <dgm:prSet/>
      <dgm:spPr/>
      <dgm:t>
        <a:bodyPr/>
        <a:lstStyle/>
        <a:p>
          <a:pPr algn="l"/>
          <a:endParaRPr lang="en-IN"/>
        </a:p>
      </dgm:t>
    </dgm:pt>
    <dgm:pt modelId="{AA969ABB-B27B-48A9-9D30-D2DBCEB496F6}" type="sibTrans" cxnId="{3395D329-35FB-4F24-8AD6-8B7696B61C69}">
      <dgm:prSet/>
      <dgm:spPr/>
      <dgm:t>
        <a:bodyPr/>
        <a:lstStyle/>
        <a:p>
          <a:pPr algn="l"/>
          <a:endParaRPr lang="en-IN"/>
        </a:p>
      </dgm:t>
    </dgm:pt>
    <dgm:pt modelId="{AF77BE72-8E8B-4024-9AA1-04E878200CE7}">
      <dgm:prSet/>
      <dgm:spPr/>
      <dgm:t>
        <a:bodyPr/>
        <a:lstStyle/>
        <a:p>
          <a:pPr algn="l"/>
          <a:r>
            <a:rPr lang="en-IN" dirty="0"/>
            <a:t>['CODE_GENDER', 'FLAG_OWN_CAR', 'FLAG_OWN_REALTY', 'CNT_CHILDREN', 'NAME_EDUCATION_TYPE', 'NAME_FAMILY_STATUS', 'NAME_HOUSING_TYPE',  'JOB', 'STATUS’]</a:t>
          </a:r>
        </a:p>
      </dgm:t>
    </dgm:pt>
    <dgm:pt modelId="{5AA56812-D843-42AE-81FD-48BFB6564805}" type="parTrans" cxnId="{181044A6-3C37-4AAA-BE6F-3A0A467363C7}">
      <dgm:prSet/>
      <dgm:spPr/>
      <dgm:t>
        <a:bodyPr/>
        <a:lstStyle/>
        <a:p>
          <a:pPr algn="l"/>
          <a:endParaRPr lang="en-IN"/>
        </a:p>
      </dgm:t>
    </dgm:pt>
    <dgm:pt modelId="{DC213088-CE03-4181-867A-44CC4003E658}" type="sibTrans" cxnId="{181044A6-3C37-4AAA-BE6F-3A0A467363C7}">
      <dgm:prSet/>
      <dgm:spPr/>
      <dgm:t>
        <a:bodyPr/>
        <a:lstStyle/>
        <a:p>
          <a:pPr algn="l"/>
          <a:endParaRPr lang="en-IN"/>
        </a:p>
      </dgm:t>
    </dgm:pt>
    <dgm:pt modelId="{FDE27B2F-401A-4413-A0C4-21854FEE672D}">
      <dgm:prSet phldrT="[Text]"/>
      <dgm:spPr/>
      <dgm:t>
        <a:bodyPr/>
        <a:lstStyle/>
        <a:p>
          <a:pPr algn="l">
            <a:buFont typeface="Arial" panose="020B0604020202020204" pitchFamily="34" charset="0"/>
            <a:buChar char="•"/>
          </a:pPr>
          <a:r>
            <a:rPr lang="en-IN" dirty="0"/>
            <a:t> ['ID','AMT_INCOME_TOTAL', 'DAYS_BIRTH', 'DAYS_EMPLOYED', 'FLAG_MOBIL', 'FLAG_ WORK_PHONE', 'FLAG_PHONE','FLAG_EMAIL', 'BEGIN_MONTHS’, 'TARGET']  ]</a:t>
          </a:r>
        </a:p>
      </dgm:t>
    </dgm:pt>
    <dgm:pt modelId="{89E67A08-8356-4FBA-94A2-E8697DA74EBB}" type="parTrans" cxnId="{4B2B693A-820C-498D-A99F-8EFE0F8FD04A}">
      <dgm:prSet/>
      <dgm:spPr/>
      <dgm:t>
        <a:bodyPr/>
        <a:lstStyle/>
        <a:p>
          <a:pPr algn="l"/>
          <a:endParaRPr lang="en-IN"/>
        </a:p>
      </dgm:t>
    </dgm:pt>
    <dgm:pt modelId="{5980C587-7DC1-4E0F-8117-4F8645539D1B}" type="sibTrans" cxnId="{4B2B693A-820C-498D-A99F-8EFE0F8FD04A}">
      <dgm:prSet/>
      <dgm:spPr/>
      <dgm:t>
        <a:bodyPr/>
        <a:lstStyle/>
        <a:p>
          <a:pPr algn="l"/>
          <a:endParaRPr lang="en-IN"/>
        </a:p>
      </dgm:t>
    </dgm:pt>
    <dgm:pt modelId="{895EC0E8-9E17-4631-9D3B-EE494D8E0EC4}" type="pres">
      <dgm:prSet presAssocID="{4B4A986D-FCC1-43B2-BF39-F97846EDDEAC}" presName="diagram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66AF6302-153F-4AA2-AFC0-DA93BA216280}" type="pres">
      <dgm:prSet presAssocID="{46564E5E-B0A1-447E-BBF4-F1B0EEB99A07}" presName="root" presStyleCnt="0"/>
      <dgm:spPr/>
    </dgm:pt>
    <dgm:pt modelId="{1885C410-9A38-43B6-9281-1C4521641918}" type="pres">
      <dgm:prSet presAssocID="{46564E5E-B0A1-447E-BBF4-F1B0EEB99A07}" presName="rootComposite" presStyleCnt="0"/>
      <dgm:spPr/>
    </dgm:pt>
    <dgm:pt modelId="{577528F5-B064-450E-BF3A-B6966EDC5134}" type="pres">
      <dgm:prSet presAssocID="{46564E5E-B0A1-447E-BBF4-F1B0EEB99A07}" presName="rootText" presStyleLbl="node1" presStyleIdx="0" presStyleCnt="2"/>
      <dgm:spPr/>
    </dgm:pt>
    <dgm:pt modelId="{F8A125D3-B0B2-470D-9B69-12FC58C71691}" type="pres">
      <dgm:prSet presAssocID="{46564E5E-B0A1-447E-BBF4-F1B0EEB99A07}" presName="rootConnector" presStyleLbl="node1" presStyleIdx="0" presStyleCnt="2"/>
      <dgm:spPr/>
    </dgm:pt>
    <dgm:pt modelId="{F197F089-4A95-4A21-890B-B7A30F6A7080}" type="pres">
      <dgm:prSet presAssocID="{46564E5E-B0A1-447E-BBF4-F1B0EEB99A07}" presName="childShape" presStyleCnt="0"/>
      <dgm:spPr/>
    </dgm:pt>
    <dgm:pt modelId="{82F6E462-F513-4E46-A39F-4B8275FB98F8}" type="pres">
      <dgm:prSet presAssocID="{89E67A08-8356-4FBA-94A2-E8697DA74EBB}" presName="Name13" presStyleLbl="parChTrans1D2" presStyleIdx="0" presStyleCnt="2"/>
      <dgm:spPr/>
    </dgm:pt>
    <dgm:pt modelId="{39FE1180-3752-40EE-BDB9-68DFB256ED54}" type="pres">
      <dgm:prSet presAssocID="{FDE27B2F-401A-4413-A0C4-21854FEE672D}" presName="childText" presStyleLbl="bgAcc1" presStyleIdx="0" presStyleCnt="2">
        <dgm:presLayoutVars>
          <dgm:bulletEnabled val="1"/>
        </dgm:presLayoutVars>
      </dgm:prSet>
      <dgm:spPr/>
    </dgm:pt>
    <dgm:pt modelId="{BA7E4B92-F5CE-40AA-BD5E-FAE279E5EF6D}" type="pres">
      <dgm:prSet presAssocID="{1DF5B9C4-C83D-4351-B9FC-DAAA9DB2DCF4}" presName="root" presStyleCnt="0"/>
      <dgm:spPr/>
    </dgm:pt>
    <dgm:pt modelId="{E60B5577-77B9-40C6-8B83-B5FB27550A95}" type="pres">
      <dgm:prSet presAssocID="{1DF5B9C4-C83D-4351-B9FC-DAAA9DB2DCF4}" presName="rootComposite" presStyleCnt="0"/>
      <dgm:spPr/>
    </dgm:pt>
    <dgm:pt modelId="{7E634324-2292-4359-BEB8-EEC0F7BA4B43}" type="pres">
      <dgm:prSet presAssocID="{1DF5B9C4-C83D-4351-B9FC-DAAA9DB2DCF4}" presName="rootText" presStyleLbl="node1" presStyleIdx="1" presStyleCnt="2"/>
      <dgm:spPr/>
    </dgm:pt>
    <dgm:pt modelId="{16B9B9F3-EDDB-435C-AF63-FBC36C4C18D1}" type="pres">
      <dgm:prSet presAssocID="{1DF5B9C4-C83D-4351-B9FC-DAAA9DB2DCF4}" presName="rootConnector" presStyleLbl="node1" presStyleIdx="1" presStyleCnt="2"/>
      <dgm:spPr/>
    </dgm:pt>
    <dgm:pt modelId="{EA6762CE-8495-435D-BE4A-A446399B1961}" type="pres">
      <dgm:prSet presAssocID="{1DF5B9C4-C83D-4351-B9FC-DAAA9DB2DCF4}" presName="childShape" presStyleCnt="0"/>
      <dgm:spPr/>
    </dgm:pt>
    <dgm:pt modelId="{FB6B58FA-3E5D-4D9D-888A-842C025C389E}" type="pres">
      <dgm:prSet presAssocID="{5AA56812-D843-42AE-81FD-48BFB6564805}" presName="Name13" presStyleLbl="parChTrans1D2" presStyleIdx="1" presStyleCnt="2"/>
      <dgm:spPr/>
    </dgm:pt>
    <dgm:pt modelId="{F153A7D8-4D59-4955-A57D-C10915F0CD69}" type="pres">
      <dgm:prSet presAssocID="{AF77BE72-8E8B-4024-9AA1-04E878200CE7}" presName="childText" presStyleLbl="bgAcc1" presStyleIdx="1" presStyleCnt="2">
        <dgm:presLayoutVars>
          <dgm:bulletEnabled val="1"/>
        </dgm:presLayoutVars>
      </dgm:prSet>
      <dgm:spPr/>
    </dgm:pt>
  </dgm:ptLst>
  <dgm:cxnLst>
    <dgm:cxn modelId="{4B9C5A03-2A05-4D08-B2AE-BD100FB46794}" type="presOf" srcId="{46564E5E-B0A1-447E-BBF4-F1B0EEB99A07}" destId="{577528F5-B064-450E-BF3A-B6966EDC5134}" srcOrd="0" destOrd="0" presId="urn:microsoft.com/office/officeart/2005/8/layout/hierarchy3"/>
    <dgm:cxn modelId="{170C0E0E-7CDD-43A1-BE02-0D59857F2395}" type="presOf" srcId="{4B4A986D-FCC1-43B2-BF39-F97846EDDEAC}" destId="{895EC0E8-9E17-4631-9D3B-EE494D8E0EC4}" srcOrd="0" destOrd="0" presId="urn:microsoft.com/office/officeart/2005/8/layout/hierarchy3"/>
    <dgm:cxn modelId="{BCFE3112-1274-42DA-AE5E-FA4FDD9CDC79}" type="presOf" srcId="{1DF5B9C4-C83D-4351-B9FC-DAAA9DB2DCF4}" destId="{7E634324-2292-4359-BEB8-EEC0F7BA4B43}" srcOrd="0" destOrd="0" presId="urn:microsoft.com/office/officeart/2005/8/layout/hierarchy3"/>
    <dgm:cxn modelId="{3AAD2624-9AA0-4DA6-8EC8-E7F21D1BB971}" srcId="{4B4A986D-FCC1-43B2-BF39-F97846EDDEAC}" destId="{46564E5E-B0A1-447E-BBF4-F1B0EEB99A07}" srcOrd="0" destOrd="0" parTransId="{50B907E1-9FBC-467D-B7BB-23AB6764FBF1}" sibTransId="{4F0D94B5-521B-4203-9C26-484CEBF35DDD}"/>
    <dgm:cxn modelId="{3395D329-35FB-4F24-8AD6-8B7696B61C69}" srcId="{4B4A986D-FCC1-43B2-BF39-F97846EDDEAC}" destId="{1DF5B9C4-C83D-4351-B9FC-DAAA9DB2DCF4}" srcOrd="1" destOrd="0" parTransId="{1F64EFF7-3194-41AF-8721-4BF7E5E9FBA8}" sibTransId="{AA969ABB-B27B-48A9-9D30-D2DBCEB496F6}"/>
    <dgm:cxn modelId="{216F0631-2627-409C-BFAC-40339123CBF2}" type="presOf" srcId="{5AA56812-D843-42AE-81FD-48BFB6564805}" destId="{FB6B58FA-3E5D-4D9D-888A-842C025C389E}" srcOrd="0" destOrd="0" presId="urn:microsoft.com/office/officeart/2005/8/layout/hierarchy3"/>
    <dgm:cxn modelId="{4B2B693A-820C-498D-A99F-8EFE0F8FD04A}" srcId="{46564E5E-B0A1-447E-BBF4-F1B0EEB99A07}" destId="{FDE27B2F-401A-4413-A0C4-21854FEE672D}" srcOrd="0" destOrd="0" parTransId="{89E67A08-8356-4FBA-94A2-E8697DA74EBB}" sibTransId="{5980C587-7DC1-4E0F-8117-4F8645539D1B}"/>
    <dgm:cxn modelId="{4C2CFF7F-6E3F-4B1B-9BD8-843A2619C10B}" type="presOf" srcId="{AF77BE72-8E8B-4024-9AA1-04E878200CE7}" destId="{F153A7D8-4D59-4955-A57D-C10915F0CD69}" srcOrd="0" destOrd="0" presId="urn:microsoft.com/office/officeart/2005/8/layout/hierarchy3"/>
    <dgm:cxn modelId="{8C277D80-5E57-486C-B752-9BA613255BDE}" type="presOf" srcId="{46564E5E-B0A1-447E-BBF4-F1B0EEB99A07}" destId="{F8A125D3-B0B2-470D-9B69-12FC58C71691}" srcOrd="1" destOrd="0" presId="urn:microsoft.com/office/officeart/2005/8/layout/hierarchy3"/>
    <dgm:cxn modelId="{181044A6-3C37-4AAA-BE6F-3A0A467363C7}" srcId="{1DF5B9C4-C83D-4351-B9FC-DAAA9DB2DCF4}" destId="{AF77BE72-8E8B-4024-9AA1-04E878200CE7}" srcOrd="0" destOrd="0" parTransId="{5AA56812-D843-42AE-81FD-48BFB6564805}" sibTransId="{DC213088-CE03-4181-867A-44CC4003E658}"/>
    <dgm:cxn modelId="{EB6E58BE-9A62-4342-A5D9-40D0C85D41B9}" type="presOf" srcId="{89E67A08-8356-4FBA-94A2-E8697DA74EBB}" destId="{82F6E462-F513-4E46-A39F-4B8275FB98F8}" srcOrd="0" destOrd="0" presId="urn:microsoft.com/office/officeart/2005/8/layout/hierarchy3"/>
    <dgm:cxn modelId="{47E89AC5-2F35-420E-908C-14375D313D5C}" type="presOf" srcId="{FDE27B2F-401A-4413-A0C4-21854FEE672D}" destId="{39FE1180-3752-40EE-BDB9-68DFB256ED54}" srcOrd="0" destOrd="0" presId="urn:microsoft.com/office/officeart/2005/8/layout/hierarchy3"/>
    <dgm:cxn modelId="{D21096EA-F909-4DAF-B94C-6206C87860AA}" type="presOf" srcId="{1DF5B9C4-C83D-4351-B9FC-DAAA9DB2DCF4}" destId="{16B9B9F3-EDDB-435C-AF63-FBC36C4C18D1}" srcOrd="1" destOrd="0" presId="urn:microsoft.com/office/officeart/2005/8/layout/hierarchy3"/>
    <dgm:cxn modelId="{6A0FB7E9-2707-47DB-A343-723CBEF1C0BC}" type="presParOf" srcId="{895EC0E8-9E17-4631-9D3B-EE494D8E0EC4}" destId="{66AF6302-153F-4AA2-AFC0-DA93BA216280}" srcOrd="0" destOrd="0" presId="urn:microsoft.com/office/officeart/2005/8/layout/hierarchy3"/>
    <dgm:cxn modelId="{553931A0-7C45-4A48-B007-2C640FD21345}" type="presParOf" srcId="{66AF6302-153F-4AA2-AFC0-DA93BA216280}" destId="{1885C410-9A38-43B6-9281-1C4521641918}" srcOrd="0" destOrd="0" presId="urn:microsoft.com/office/officeart/2005/8/layout/hierarchy3"/>
    <dgm:cxn modelId="{FBF29211-40CA-4DA6-B732-6FE85D435546}" type="presParOf" srcId="{1885C410-9A38-43B6-9281-1C4521641918}" destId="{577528F5-B064-450E-BF3A-B6966EDC5134}" srcOrd="0" destOrd="0" presId="urn:microsoft.com/office/officeart/2005/8/layout/hierarchy3"/>
    <dgm:cxn modelId="{7C8640EB-64BD-4215-8D86-4FB426E41344}" type="presParOf" srcId="{1885C410-9A38-43B6-9281-1C4521641918}" destId="{F8A125D3-B0B2-470D-9B69-12FC58C71691}" srcOrd="1" destOrd="0" presId="urn:microsoft.com/office/officeart/2005/8/layout/hierarchy3"/>
    <dgm:cxn modelId="{6E62B182-8D5D-44A1-9EE9-3F9BC57E04F5}" type="presParOf" srcId="{66AF6302-153F-4AA2-AFC0-DA93BA216280}" destId="{F197F089-4A95-4A21-890B-B7A30F6A7080}" srcOrd="1" destOrd="0" presId="urn:microsoft.com/office/officeart/2005/8/layout/hierarchy3"/>
    <dgm:cxn modelId="{409C8774-55BD-4BB0-85D1-93F44BADFF29}" type="presParOf" srcId="{F197F089-4A95-4A21-890B-B7A30F6A7080}" destId="{82F6E462-F513-4E46-A39F-4B8275FB98F8}" srcOrd="0" destOrd="0" presId="urn:microsoft.com/office/officeart/2005/8/layout/hierarchy3"/>
    <dgm:cxn modelId="{57E13C9E-9EFC-4840-9DAB-885CEE712AF4}" type="presParOf" srcId="{F197F089-4A95-4A21-890B-B7A30F6A7080}" destId="{39FE1180-3752-40EE-BDB9-68DFB256ED54}" srcOrd="1" destOrd="0" presId="urn:microsoft.com/office/officeart/2005/8/layout/hierarchy3"/>
    <dgm:cxn modelId="{F9770A9F-087C-4CCA-A8F7-794E9ED27767}" type="presParOf" srcId="{895EC0E8-9E17-4631-9D3B-EE494D8E0EC4}" destId="{BA7E4B92-F5CE-40AA-BD5E-FAE279E5EF6D}" srcOrd="1" destOrd="0" presId="urn:microsoft.com/office/officeart/2005/8/layout/hierarchy3"/>
    <dgm:cxn modelId="{CE5B050C-CC59-4163-9AE1-1A871752D2DF}" type="presParOf" srcId="{BA7E4B92-F5CE-40AA-BD5E-FAE279E5EF6D}" destId="{E60B5577-77B9-40C6-8B83-B5FB27550A95}" srcOrd="0" destOrd="0" presId="urn:microsoft.com/office/officeart/2005/8/layout/hierarchy3"/>
    <dgm:cxn modelId="{B918B63F-3622-4D7A-8D5C-C66651FBCBCA}" type="presParOf" srcId="{E60B5577-77B9-40C6-8B83-B5FB27550A95}" destId="{7E634324-2292-4359-BEB8-EEC0F7BA4B43}" srcOrd="0" destOrd="0" presId="urn:microsoft.com/office/officeart/2005/8/layout/hierarchy3"/>
    <dgm:cxn modelId="{AE011CCA-795F-4268-850B-61770A578124}" type="presParOf" srcId="{E60B5577-77B9-40C6-8B83-B5FB27550A95}" destId="{16B9B9F3-EDDB-435C-AF63-FBC36C4C18D1}" srcOrd="1" destOrd="0" presId="urn:microsoft.com/office/officeart/2005/8/layout/hierarchy3"/>
    <dgm:cxn modelId="{00DFC8EC-FE02-4580-AB65-4E3147ABF28A}" type="presParOf" srcId="{BA7E4B92-F5CE-40AA-BD5E-FAE279E5EF6D}" destId="{EA6762CE-8495-435D-BE4A-A446399B1961}" srcOrd="1" destOrd="0" presId="urn:microsoft.com/office/officeart/2005/8/layout/hierarchy3"/>
    <dgm:cxn modelId="{D8DFFF88-B37B-41E4-AA59-48E1702C5028}" type="presParOf" srcId="{EA6762CE-8495-435D-BE4A-A446399B1961}" destId="{FB6B58FA-3E5D-4D9D-888A-842C025C389E}" srcOrd="0" destOrd="0" presId="urn:microsoft.com/office/officeart/2005/8/layout/hierarchy3"/>
    <dgm:cxn modelId="{05A9E813-FA6E-49F5-A7A4-3B03FB7B6EC8}" type="presParOf" srcId="{EA6762CE-8495-435D-BE4A-A446399B1961}" destId="{F153A7D8-4D59-4955-A57D-C10915F0CD69}" srcOrd="1" destOrd="0" presId="urn:microsoft.com/office/officeart/2005/8/layout/hierarchy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5F337C8-950D-4197-BB92-6C5796BD9EC7}" type="doc">
      <dgm:prSet loTypeId="urn:microsoft.com/office/officeart/2008/layout/PictureLineup" loCatId="picture" qsTypeId="urn:microsoft.com/office/officeart/2005/8/quickstyle/simple1" qsCatId="simple" csTypeId="urn:microsoft.com/office/officeart/2005/8/colors/accent1_1" csCatId="accent1" phldr="1"/>
      <dgm:spPr/>
      <dgm:t>
        <a:bodyPr/>
        <a:lstStyle/>
        <a:p>
          <a:endParaRPr lang="en-IN"/>
        </a:p>
      </dgm:t>
    </dgm:pt>
    <dgm:pt modelId="{13875B9D-02FB-40AC-A9AA-24ED428E77D6}">
      <dgm:prSet phldrT="[Text]" custT="1"/>
      <dgm:spPr/>
      <dgm:t>
        <a:bodyPr/>
        <a:lstStyle/>
        <a:p>
          <a:r>
            <a:rPr lang="en-IN" sz="2000" b="1" u="none" dirty="0"/>
            <a:t>Married Status Attribute:</a:t>
          </a:r>
          <a:endParaRPr lang="en-IN" sz="1800" u="none" dirty="0"/>
        </a:p>
      </dgm:t>
    </dgm:pt>
    <dgm:pt modelId="{D39941E0-8C1A-44DB-B89A-371482DD0066}" type="parTrans" cxnId="{FBD6C8EE-0D52-4217-BDD9-EA168D6794CA}">
      <dgm:prSet/>
      <dgm:spPr/>
      <dgm:t>
        <a:bodyPr/>
        <a:lstStyle/>
        <a:p>
          <a:endParaRPr lang="en-IN"/>
        </a:p>
      </dgm:t>
    </dgm:pt>
    <dgm:pt modelId="{0129E64B-0500-4F0C-9F47-B1E6925F7D8A}" type="sibTrans" cxnId="{FBD6C8EE-0D52-4217-BDD9-EA168D6794CA}">
      <dgm:prSet/>
      <dgm:spPr/>
      <dgm:t>
        <a:bodyPr/>
        <a:lstStyle/>
        <a:p>
          <a:endParaRPr lang="en-IN"/>
        </a:p>
      </dgm:t>
    </dgm:pt>
    <dgm:pt modelId="{D2AA22A0-F420-4DE7-B2E4-6486C4F4D51B}">
      <dgm:prSet phldrT="[Text]" custT="1"/>
      <dgm:spPr/>
      <dgm:t>
        <a:bodyPr/>
        <a:lstStyle/>
        <a:p>
          <a:r>
            <a:rPr lang="en-IN" sz="2000" b="1" u="none" dirty="0"/>
            <a:t>Work Phone Attribute, Phone Attribute and Email Attribute</a:t>
          </a:r>
          <a:r>
            <a:rPr lang="en-IN" sz="2000" u="none" dirty="0"/>
            <a:t>:</a:t>
          </a:r>
          <a:endParaRPr lang="en-US" sz="2000" u="none" dirty="0"/>
        </a:p>
        <a:p>
          <a:r>
            <a:rPr lang="en-US" sz="1300" dirty="0"/>
            <a:t> </a:t>
          </a:r>
          <a:endParaRPr lang="en-IN" sz="1400" dirty="0"/>
        </a:p>
      </dgm:t>
    </dgm:pt>
    <dgm:pt modelId="{D667C378-03DB-4624-8FDB-734B7B410E5A}" type="parTrans" cxnId="{7392B88D-F01D-4418-9BC9-DB302D9E45E8}">
      <dgm:prSet/>
      <dgm:spPr/>
      <dgm:t>
        <a:bodyPr/>
        <a:lstStyle/>
        <a:p>
          <a:endParaRPr lang="en-IN"/>
        </a:p>
      </dgm:t>
    </dgm:pt>
    <dgm:pt modelId="{C4E62ECD-0029-4707-B711-DA0E29BFFAF5}" type="sibTrans" cxnId="{7392B88D-F01D-4418-9BC9-DB302D9E45E8}">
      <dgm:prSet/>
      <dgm:spPr/>
      <dgm:t>
        <a:bodyPr/>
        <a:lstStyle/>
        <a:p>
          <a:endParaRPr lang="en-IN"/>
        </a:p>
      </dgm:t>
    </dgm:pt>
    <dgm:pt modelId="{BFC338CD-490C-4E57-8BEE-27505923AC21}">
      <dgm:prSet phldrT="[Text]" custT="1"/>
      <dgm:spPr/>
      <dgm:t>
        <a:bodyPr/>
        <a:lstStyle/>
        <a:p>
          <a:pPr algn="l"/>
          <a:r>
            <a:rPr lang="en-IN" sz="2000" b="1" dirty="0" err="1"/>
            <a:t>No_of</a:t>
          </a:r>
          <a:r>
            <a:rPr lang="en-IN" sz="2000" b="1" dirty="0"/>
            <a:t> </a:t>
          </a:r>
          <a:r>
            <a:rPr lang="en-IN" sz="2000" b="1" dirty="0" err="1"/>
            <a:t>children_Attribute</a:t>
          </a:r>
          <a:r>
            <a:rPr lang="en-IN" sz="2000" b="1" dirty="0"/>
            <a:t>:</a:t>
          </a:r>
        </a:p>
      </dgm:t>
    </dgm:pt>
    <dgm:pt modelId="{58682814-C89A-4D0C-8ED6-F6034EB5E908}" type="sibTrans" cxnId="{9B0F2944-4862-432F-94D8-C121AB6C84C5}">
      <dgm:prSet/>
      <dgm:spPr/>
      <dgm:t>
        <a:bodyPr/>
        <a:lstStyle/>
        <a:p>
          <a:endParaRPr lang="en-IN"/>
        </a:p>
      </dgm:t>
    </dgm:pt>
    <dgm:pt modelId="{423F8A69-A71B-4571-B564-8F44D196A147}" type="parTrans" cxnId="{9B0F2944-4862-432F-94D8-C121AB6C84C5}">
      <dgm:prSet/>
      <dgm:spPr/>
      <dgm:t>
        <a:bodyPr/>
        <a:lstStyle/>
        <a:p>
          <a:endParaRPr lang="en-IN"/>
        </a:p>
      </dgm:t>
    </dgm:pt>
    <dgm:pt modelId="{D5841373-3137-4C7F-B6A8-939D7C48C670}" type="pres">
      <dgm:prSet presAssocID="{D5F337C8-950D-4197-BB92-6C5796BD9EC7}" presName="Name0" presStyleCnt="0">
        <dgm:presLayoutVars>
          <dgm:chMax/>
          <dgm:chPref/>
          <dgm:dir/>
          <dgm:animLvl val="lvl"/>
          <dgm:resizeHandles val="exact"/>
        </dgm:presLayoutVars>
      </dgm:prSet>
      <dgm:spPr/>
    </dgm:pt>
    <dgm:pt modelId="{F07E2715-CAE4-4523-8663-A9F4F79CF8F8}" type="pres">
      <dgm:prSet presAssocID="{BFC338CD-490C-4E57-8BEE-27505923AC21}" presName="composite" presStyleCnt="0"/>
      <dgm:spPr/>
    </dgm:pt>
    <dgm:pt modelId="{92B9A586-069F-4E45-9BC4-DEFF43C0D7AC}" type="pres">
      <dgm:prSet presAssocID="{BFC338CD-490C-4E57-8BEE-27505923AC21}" presName="Image" presStyleLbl="alignNode1" presStyleIdx="0" presStyleCnt="3" custScaleX="81040" custScaleY="74225" custLinFactX="4402" custLinFactNeighborX="100000" custLinFactNeighborY="-6621"/>
      <dgm:spPr>
        <a:blipFill dpi="0" rotWithShape="1">
          <a:blip xmlns:r="http://schemas.openxmlformats.org/officeDocument/2006/relationships" r:embed="rId1">
            <a:extLst>
              <a:ext uri="{BEBA8EAE-BF5A-486C-A8C5-ECC9F3942E4B}">
                <a14:imgProps xmlns:a14="http://schemas.microsoft.com/office/drawing/2010/main">
                  <a14:imgLayer r:embed="rId2"/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3425" t="9341" r="3425" b="9341"/>
          </a:stretch>
        </a:blipFill>
      </dgm:spPr>
    </dgm:pt>
    <dgm:pt modelId="{C73E8D90-0587-4BB1-999A-9A948BCBFDAD}" type="pres">
      <dgm:prSet presAssocID="{BFC338CD-490C-4E57-8BEE-27505923AC21}" presName="Accent" presStyleLbl="parChTrans1D1" presStyleIdx="0" presStyleCnt="3" custFlipHor="1" custScaleX="2000000" custScaleY="14338" custLinFactX="-147400000" custLinFactNeighborX="-147463740" custLinFactNeighborY="27801"/>
      <dgm:spPr/>
    </dgm:pt>
    <dgm:pt modelId="{E9C81C32-E31F-4410-B867-3D3866F11AD0}" type="pres">
      <dgm:prSet presAssocID="{BFC338CD-490C-4E57-8BEE-27505923AC21}" presName="Parent" presStyleLbl="revTx" presStyleIdx="0" presStyleCnt="3" custScaleY="14819" custLinFactY="-52048" custLinFactNeighborX="4438" custLinFactNeighborY="-100000">
        <dgm:presLayoutVars>
          <dgm:chMax val="0"/>
          <dgm:chPref val="0"/>
          <dgm:bulletEnabled val="1"/>
        </dgm:presLayoutVars>
      </dgm:prSet>
      <dgm:spPr/>
    </dgm:pt>
    <dgm:pt modelId="{D1072955-BDC8-41E8-A67E-AE475017C7A0}" type="pres">
      <dgm:prSet presAssocID="{58682814-C89A-4D0C-8ED6-F6034EB5E908}" presName="sibTrans" presStyleCnt="0"/>
      <dgm:spPr/>
    </dgm:pt>
    <dgm:pt modelId="{2116A923-9139-411C-ADCC-A1D5D10208D8}" type="pres">
      <dgm:prSet presAssocID="{13875B9D-02FB-40AC-A9AA-24ED428E77D6}" presName="composite" presStyleCnt="0"/>
      <dgm:spPr/>
    </dgm:pt>
    <dgm:pt modelId="{94E2C3C7-D782-4873-8000-8DB52F586D0A}" type="pres">
      <dgm:prSet presAssocID="{13875B9D-02FB-40AC-A9AA-24ED428E77D6}" presName="Image" presStyleLbl="alignNode1" presStyleIdx="1" presStyleCnt="3" custScaleX="87809" custScaleY="73371" custLinFactNeighborX="-94997" custLinFactNeighborY="-5243"/>
      <dgm:spPr>
        <a:blipFill dpi="0" rotWithShape="1"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4880" t="151" r="4880" b="151"/>
          </a:stretch>
        </a:blipFill>
      </dgm:spPr>
    </dgm:pt>
    <dgm:pt modelId="{2EB4B530-A213-4540-94D5-2B082B1DD183}" type="pres">
      <dgm:prSet presAssocID="{13875B9D-02FB-40AC-A9AA-24ED428E77D6}" presName="Accent" presStyleLbl="parChTrans1D1" presStyleIdx="1" presStyleCnt="3" custScaleX="2000000" custScaleY="1599"/>
      <dgm:spPr/>
    </dgm:pt>
    <dgm:pt modelId="{9DE23903-0E11-4203-90BC-6F083B1A239C}" type="pres">
      <dgm:prSet presAssocID="{13875B9D-02FB-40AC-A9AA-24ED428E77D6}" presName="Parent" presStyleLbl="revTx" presStyleIdx="1" presStyleCnt="3" custScaleX="105615" custScaleY="12151" custLinFactY="-55971" custLinFactNeighborX="7947" custLinFactNeighborY="-100000">
        <dgm:presLayoutVars>
          <dgm:chMax val="0"/>
          <dgm:chPref val="0"/>
          <dgm:bulletEnabled val="1"/>
        </dgm:presLayoutVars>
      </dgm:prSet>
      <dgm:spPr/>
    </dgm:pt>
    <dgm:pt modelId="{47B9D5F0-EF92-40E7-821D-E1F479390E27}" type="pres">
      <dgm:prSet presAssocID="{0129E64B-0500-4F0C-9F47-B1E6925F7D8A}" presName="sibTrans" presStyleCnt="0"/>
      <dgm:spPr/>
    </dgm:pt>
    <dgm:pt modelId="{CC3AB665-23E7-4745-95AA-3A6FE3B72C51}" type="pres">
      <dgm:prSet presAssocID="{D2AA22A0-F420-4DE7-B2E4-6486C4F4D51B}" presName="composite" presStyleCnt="0"/>
      <dgm:spPr/>
    </dgm:pt>
    <dgm:pt modelId="{9E10DA3C-53D6-4E4C-9CF5-D2D50E62D8C8}" type="pres">
      <dgm:prSet presAssocID="{D2AA22A0-F420-4DE7-B2E4-6486C4F4D51B}" presName="Image" presStyleLbl="alignNode1" presStyleIdx="2" presStyleCnt="3" custScaleX="134467" custScaleY="79104" custLinFactNeighborX="-21609" custLinFactNeighborY="79809"/>
      <dgm:spPr>
        <a:blipFill dpi="0" rotWithShape="1">
          <a:blip xmlns:r="http://schemas.openxmlformats.org/officeDocument/2006/relationships"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3701" t="13990" r="3701" b="13990"/>
          </a:stretch>
        </a:blipFill>
      </dgm:spPr>
    </dgm:pt>
    <dgm:pt modelId="{01685FF0-CEB2-44A4-839F-4861EF1FAE93}" type="pres">
      <dgm:prSet presAssocID="{D2AA22A0-F420-4DE7-B2E4-6486C4F4D51B}" presName="Accent" presStyleLbl="parChTrans1D1" presStyleIdx="2" presStyleCnt="3" custFlipVert="1" custFlipHor="1" custScaleX="2000000" custScaleY="727"/>
      <dgm:spPr/>
    </dgm:pt>
    <dgm:pt modelId="{3431AC18-8600-4010-AADA-7144F49BD440}" type="pres">
      <dgm:prSet presAssocID="{D2AA22A0-F420-4DE7-B2E4-6486C4F4D51B}" presName="Parent" presStyleLbl="revTx" presStyleIdx="2" presStyleCnt="3" custAng="10800000" custFlipVert="1" custScaleX="195932" custScaleY="14682" custLinFactNeighborX="-4925" custLinFactNeighborY="25094">
        <dgm:presLayoutVars>
          <dgm:chMax val="0"/>
          <dgm:chPref val="0"/>
          <dgm:bulletEnabled val="1"/>
        </dgm:presLayoutVars>
      </dgm:prSet>
      <dgm:spPr/>
    </dgm:pt>
  </dgm:ptLst>
  <dgm:cxnLst>
    <dgm:cxn modelId="{F87B693C-673A-48CA-B9EB-A29EEE91D7B3}" type="presOf" srcId="{D5F337C8-950D-4197-BB92-6C5796BD9EC7}" destId="{D5841373-3137-4C7F-B6A8-939D7C48C670}" srcOrd="0" destOrd="0" presId="urn:microsoft.com/office/officeart/2008/layout/PictureLineup"/>
    <dgm:cxn modelId="{9B0F2944-4862-432F-94D8-C121AB6C84C5}" srcId="{D5F337C8-950D-4197-BB92-6C5796BD9EC7}" destId="{BFC338CD-490C-4E57-8BEE-27505923AC21}" srcOrd="0" destOrd="0" parTransId="{423F8A69-A71B-4571-B564-8F44D196A147}" sibTransId="{58682814-C89A-4D0C-8ED6-F6034EB5E908}"/>
    <dgm:cxn modelId="{E1DDE848-84B8-4155-BA57-F3D60B31D925}" type="presOf" srcId="{BFC338CD-490C-4E57-8BEE-27505923AC21}" destId="{E9C81C32-E31F-4410-B867-3D3866F11AD0}" srcOrd="0" destOrd="0" presId="urn:microsoft.com/office/officeart/2008/layout/PictureLineup"/>
    <dgm:cxn modelId="{CAF30382-4257-40DB-B6DA-BF28BF283042}" type="presOf" srcId="{13875B9D-02FB-40AC-A9AA-24ED428E77D6}" destId="{9DE23903-0E11-4203-90BC-6F083B1A239C}" srcOrd="0" destOrd="0" presId="urn:microsoft.com/office/officeart/2008/layout/PictureLineup"/>
    <dgm:cxn modelId="{7392B88D-F01D-4418-9BC9-DB302D9E45E8}" srcId="{D5F337C8-950D-4197-BB92-6C5796BD9EC7}" destId="{D2AA22A0-F420-4DE7-B2E4-6486C4F4D51B}" srcOrd="2" destOrd="0" parTransId="{D667C378-03DB-4624-8FDB-734B7B410E5A}" sibTransId="{C4E62ECD-0029-4707-B711-DA0E29BFFAF5}"/>
    <dgm:cxn modelId="{97DF43D0-8DD3-421D-9108-2D484D958F74}" type="presOf" srcId="{D2AA22A0-F420-4DE7-B2E4-6486C4F4D51B}" destId="{3431AC18-8600-4010-AADA-7144F49BD440}" srcOrd="0" destOrd="0" presId="urn:microsoft.com/office/officeart/2008/layout/PictureLineup"/>
    <dgm:cxn modelId="{FBD6C8EE-0D52-4217-BDD9-EA168D6794CA}" srcId="{D5F337C8-950D-4197-BB92-6C5796BD9EC7}" destId="{13875B9D-02FB-40AC-A9AA-24ED428E77D6}" srcOrd="1" destOrd="0" parTransId="{D39941E0-8C1A-44DB-B89A-371482DD0066}" sibTransId="{0129E64B-0500-4F0C-9F47-B1E6925F7D8A}"/>
    <dgm:cxn modelId="{0A15E0D5-8AD2-44B4-98D9-DA1FA5324711}" type="presParOf" srcId="{D5841373-3137-4C7F-B6A8-939D7C48C670}" destId="{F07E2715-CAE4-4523-8663-A9F4F79CF8F8}" srcOrd="0" destOrd="0" presId="urn:microsoft.com/office/officeart/2008/layout/PictureLineup"/>
    <dgm:cxn modelId="{F97D741E-2562-48B8-9088-452BD1FC39FC}" type="presParOf" srcId="{F07E2715-CAE4-4523-8663-A9F4F79CF8F8}" destId="{92B9A586-069F-4E45-9BC4-DEFF43C0D7AC}" srcOrd="0" destOrd="0" presId="urn:microsoft.com/office/officeart/2008/layout/PictureLineup"/>
    <dgm:cxn modelId="{AD1A7392-DD83-4549-A24F-97F04D79747E}" type="presParOf" srcId="{F07E2715-CAE4-4523-8663-A9F4F79CF8F8}" destId="{C73E8D90-0587-4BB1-999A-9A948BCBFDAD}" srcOrd="1" destOrd="0" presId="urn:microsoft.com/office/officeart/2008/layout/PictureLineup"/>
    <dgm:cxn modelId="{FBDCA6F7-1C89-4DA2-950B-E40477B34F60}" type="presParOf" srcId="{F07E2715-CAE4-4523-8663-A9F4F79CF8F8}" destId="{E9C81C32-E31F-4410-B867-3D3866F11AD0}" srcOrd="2" destOrd="0" presId="urn:microsoft.com/office/officeart/2008/layout/PictureLineup"/>
    <dgm:cxn modelId="{5B867C32-F8E2-4F9E-B4F9-9B8A6EC96A14}" type="presParOf" srcId="{D5841373-3137-4C7F-B6A8-939D7C48C670}" destId="{D1072955-BDC8-41E8-A67E-AE475017C7A0}" srcOrd="1" destOrd="0" presId="urn:microsoft.com/office/officeart/2008/layout/PictureLineup"/>
    <dgm:cxn modelId="{116A4E44-DB99-4A70-9A3C-22EE9C429FDD}" type="presParOf" srcId="{D5841373-3137-4C7F-B6A8-939D7C48C670}" destId="{2116A923-9139-411C-ADCC-A1D5D10208D8}" srcOrd="2" destOrd="0" presId="urn:microsoft.com/office/officeart/2008/layout/PictureLineup"/>
    <dgm:cxn modelId="{B5888587-0F1B-417D-98B2-24A18D77FE47}" type="presParOf" srcId="{2116A923-9139-411C-ADCC-A1D5D10208D8}" destId="{94E2C3C7-D782-4873-8000-8DB52F586D0A}" srcOrd="0" destOrd="0" presId="urn:microsoft.com/office/officeart/2008/layout/PictureLineup"/>
    <dgm:cxn modelId="{CD0E0798-B443-48B8-AE9F-C9C0D4536CD6}" type="presParOf" srcId="{2116A923-9139-411C-ADCC-A1D5D10208D8}" destId="{2EB4B530-A213-4540-94D5-2B082B1DD183}" srcOrd="1" destOrd="0" presId="urn:microsoft.com/office/officeart/2008/layout/PictureLineup"/>
    <dgm:cxn modelId="{E9F1FDAE-0511-4F58-A11B-14AD42220F3E}" type="presParOf" srcId="{2116A923-9139-411C-ADCC-A1D5D10208D8}" destId="{9DE23903-0E11-4203-90BC-6F083B1A239C}" srcOrd="2" destOrd="0" presId="urn:microsoft.com/office/officeart/2008/layout/PictureLineup"/>
    <dgm:cxn modelId="{D3320E97-0EA5-4BCF-855F-1A8F85272A25}" type="presParOf" srcId="{D5841373-3137-4C7F-B6A8-939D7C48C670}" destId="{47B9D5F0-EF92-40E7-821D-E1F479390E27}" srcOrd="3" destOrd="0" presId="urn:microsoft.com/office/officeart/2008/layout/PictureLineup"/>
    <dgm:cxn modelId="{0B93C8E0-EA62-48D3-9476-D06E0CDEA311}" type="presParOf" srcId="{D5841373-3137-4C7F-B6A8-939D7C48C670}" destId="{CC3AB665-23E7-4745-95AA-3A6FE3B72C51}" srcOrd="4" destOrd="0" presId="urn:microsoft.com/office/officeart/2008/layout/PictureLineup"/>
    <dgm:cxn modelId="{B04F96D4-C735-4603-BEF1-67407C2C96C0}" type="presParOf" srcId="{CC3AB665-23E7-4745-95AA-3A6FE3B72C51}" destId="{9E10DA3C-53D6-4E4C-9CF5-D2D50E62D8C8}" srcOrd="0" destOrd="0" presId="urn:microsoft.com/office/officeart/2008/layout/PictureLineup"/>
    <dgm:cxn modelId="{1AE61211-AF93-452D-A936-5D092F60000B}" type="presParOf" srcId="{CC3AB665-23E7-4745-95AA-3A6FE3B72C51}" destId="{01685FF0-CEB2-44A4-839F-4861EF1FAE93}" srcOrd="1" destOrd="0" presId="urn:microsoft.com/office/officeart/2008/layout/PictureLineup"/>
    <dgm:cxn modelId="{43ED37D7-4849-4D04-9601-08E67F7F0EC4}" type="presParOf" srcId="{CC3AB665-23E7-4745-95AA-3A6FE3B72C51}" destId="{3431AC18-8600-4010-AADA-7144F49BD440}" srcOrd="2" destOrd="0" presId="urn:microsoft.com/office/officeart/2008/layout/PictureLineup"/>
  </dgm:cxnLst>
  <dgm:bg>
    <a:noFill/>
  </dgm:bg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FD5EF599-D3CF-4F1C-95B3-3908DF62EABE}" type="doc">
      <dgm:prSet loTypeId="urn:microsoft.com/office/officeart/2008/layout/PictureStrips" loCatId="picture" qsTypeId="urn:microsoft.com/office/officeart/2005/8/quickstyle/3d3" qsCatId="3D" csTypeId="urn:microsoft.com/office/officeart/2005/8/colors/accent1_2" csCatId="accent1" phldr="1"/>
      <dgm:spPr/>
    </dgm:pt>
    <dgm:pt modelId="{B521A219-1761-4999-970D-D47CBAEEC2A5}">
      <dgm:prSet phldrT="[Text]" custT="1"/>
      <dgm:spPr/>
      <dgm:t>
        <a:bodyPr/>
        <a:lstStyle/>
        <a:p>
          <a:pPr algn="l"/>
          <a:r>
            <a:rPr lang="en-IN" sz="1600" b="1" dirty="0">
              <a:solidFill>
                <a:schemeClr val="tx1"/>
              </a:solidFill>
            </a:rPr>
            <a:t>Gender Attribute:</a:t>
          </a:r>
          <a:endParaRPr lang="en-US" sz="1600" dirty="0">
            <a:solidFill>
              <a:schemeClr val="tx1"/>
            </a:solidFill>
          </a:endParaRPr>
        </a:p>
        <a:p>
          <a:pPr algn="l"/>
          <a:r>
            <a:rPr lang="en-US" sz="1600" dirty="0">
              <a:solidFill>
                <a:schemeClr val="tx1"/>
              </a:solidFill>
            </a:rPr>
            <a:t> The above plot shows that from the data, 62% records are of female gender and 38% are of male gender</a:t>
          </a:r>
          <a:r>
            <a:rPr lang="en-US" sz="1100" dirty="0">
              <a:solidFill>
                <a:schemeClr val="tx1"/>
              </a:solidFill>
            </a:rPr>
            <a:t>.</a:t>
          </a:r>
          <a:endParaRPr lang="en-IN" sz="1100" dirty="0">
            <a:solidFill>
              <a:schemeClr val="tx1"/>
            </a:solidFill>
          </a:endParaRPr>
        </a:p>
      </dgm:t>
    </dgm:pt>
    <dgm:pt modelId="{92455E89-1665-47D1-8BFF-97C704684CDC}" type="parTrans" cxnId="{67D90C63-725D-46CC-840A-42756EE6AE45}">
      <dgm:prSet/>
      <dgm:spPr/>
      <dgm:t>
        <a:bodyPr/>
        <a:lstStyle/>
        <a:p>
          <a:endParaRPr lang="en-IN"/>
        </a:p>
      </dgm:t>
    </dgm:pt>
    <dgm:pt modelId="{41C5BF0A-E924-499D-AC59-5195FE9976DD}" type="sibTrans" cxnId="{67D90C63-725D-46CC-840A-42756EE6AE45}">
      <dgm:prSet/>
      <dgm:spPr/>
      <dgm:t>
        <a:bodyPr/>
        <a:lstStyle/>
        <a:p>
          <a:endParaRPr lang="en-IN"/>
        </a:p>
      </dgm:t>
    </dgm:pt>
    <dgm:pt modelId="{55EE99A0-B17B-4E73-A2C4-CE8822ABBDF8}">
      <dgm:prSet phldrT="[Text]" custT="1"/>
      <dgm:spPr/>
      <dgm:t>
        <a:bodyPr/>
        <a:lstStyle/>
        <a:p>
          <a:pPr algn="l"/>
          <a:r>
            <a:rPr lang="en-US" sz="1600" b="1" u="none" dirty="0">
              <a:solidFill>
                <a:schemeClr val="tx1"/>
              </a:solidFill>
            </a:rPr>
            <a:t>Home Ownership Attribute</a:t>
          </a:r>
        </a:p>
        <a:p>
          <a:pPr algn="l"/>
          <a:r>
            <a:rPr lang="en-US" sz="1600" dirty="0">
              <a:solidFill>
                <a:schemeClr val="tx1"/>
              </a:solidFill>
            </a:rPr>
            <a:t>65% of the records have their own home, while 35% don't own a home</a:t>
          </a:r>
          <a:r>
            <a:rPr lang="en-US" sz="1100" dirty="0">
              <a:solidFill>
                <a:schemeClr val="tx1"/>
              </a:solidFill>
            </a:rPr>
            <a:t>. </a:t>
          </a:r>
          <a:endParaRPr lang="en-IN" sz="1100" dirty="0">
            <a:solidFill>
              <a:schemeClr val="tx1"/>
            </a:solidFill>
          </a:endParaRPr>
        </a:p>
      </dgm:t>
    </dgm:pt>
    <dgm:pt modelId="{47B22331-4EED-46F8-B43A-47F1DB74CD34}" type="parTrans" cxnId="{1564102B-DE83-4239-A383-8B4655B99779}">
      <dgm:prSet/>
      <dgm:spPr/>
      <dgm:t>
        <a:bodyPr/>
        <a:lstStyle/>
        <a:p>
          <a:endParaRPr lang="en-IN"/>
        </a:p>
      </dgm:t>
    </dgm:pt>
    <dgm:pt modelId="{079DDA90-C277-496D-9AE5-436742AFFB23}" type="sibTrans" cxnId="{1564102B-DE83-4239-A383-8B4655B99779}">
      <dgm:prSet/>
      <dgm:spPr/>
      <dgm:t>
        <a:bodyPr/>
        <a:lstStyle/>
        <a:p>
          <a:endParaRPr lang="en-IN"/>
        </a:p>
      </dgm:t>
    </dgm:pt>
    <dgm:pt modelId="{2C065FE2-A2DF-4B0C-A9C4-CE1243398FA7}">
      <dgm:prSet custT="1"/>
      <dgm:spPr/>
      <dgm:t>
        <a:bodyPr/>
        <a:lstStyle/>
        <a:p>
          <a:pPr algn="l"/>
          <a:r>
            <a:rPr lang="en-US" sz="1600" b="1" dirty="0">
              <a:solidFill>
                <a:schemeClr val="tx1"/>
              </a:solidFill>
            </a:rPr>
            <a:t>Car Ownership Attribute </a:t>
          </a:r>
        </a:p>
        <a:p>
          <a:pPr algn="l"/>
          <a:r>
            <a:rPr lang="en-US" sz="1600" dirty="0">
              <a:solidFill>
                <a:schemeClr val="tx1"/>
              </a:solidFill>
            </a:rPr>
            <a:t>From the above plot, we can see that 42% of the records have their own car and 58% don’t own a car.</a:t>
          </a:r>
          <a:endParaRPr lang="en-IN" sz="1600" dirty="0">
            <a:solidFill>
              <a:schemeClr val="tx1"/>
            </a:solidFill>
          </a:endParaRPr>
        </a:p>
      </dgm:t>
    </dgm:pt>
    <dgm:pt modelId="{CEF284D3-94A9-4ACE-9D9E-46D2D33F5B85}" type="parTrans" cxnId="{852D148B-A144-43AA-A59F-049BF1A568E3}">
      <dgm:prSet/>
      <dgm:spPr/>
      <dgm:t>
        <a:bodyPr/>
        <a:lstStyle/>
        <a:p>
          <a:endParaRPr lang="en-IN"/>
        </a:p>
      </dgm:t>
    </dgm:pt>
    <dgm:pt modelId="{78E51BDB-B2FD-4FC7-82B8-5F27561A8638}" type="sibTrans" cxnId="{852D148B-A144-43AA-A59F-049BF1A568E3}">
      <dgm:prSet/>
      <dgm:spPr/>
      <dgm:t>
        <a:bodyPr/>
        <a:lstStyle/>
        <a:p>
          <a:endParaRPr lang="en-IN"/>
        </a:p>
      </dgm:t>
    </dgm:pt>
    <dgm:pt modelId="{C53DA70C-BA21-4074-A45C-506F37D8420E}" type="pres">
      <dgm:prSet presAssocID="{FD5EF599-D3CF-4F1C-95B3-3908DF62EABE}" presName="Name0" presStyleCnt="0">
        <dgm:presLayoutVars>
          <dgm:dir/>
          <dgm:resizeHandles val="exact"/>
        </dgm:presLayoutVars>
      </dgm:prSet>
      <dgm:spPr/>
    </dgm:pt>
    <dgm:pt modelId="{148B59A7-01EB-4868-9D71-97969025C5DA}" type="pres">
      <dgm:prSet presAssocID="{B521A219-1761-4999-970D-D47CBAEEC2A5}" presName="composite" presStyleCnt="0"/>
      <dgm:spPr/>
    </dgm:pt>
    <dgm:pt modelId="{301C3CC0-1296-4AAD-9770-04D563B858F4}" type="pres">
      <dgm:prSet presAssocID="{B521A219-1761-4999-970D-D47CBAEEC2A5}" presName="rect1" presStyleLbl="trAlignAcc1" presStyleIdx="0" presStyleCnt="3">
        <dgm:presLayoutVars>
          <dgm:bulletEnabled val="1"/>
        </dgm:presLayoutVars>
      </dgm:prSet>
      <dgm:spPr/>
    </dgm:pt>
    <dgm:pt modelId="{BCE455BF-DBB9-4EA9-87C1-54264A0362F2}" type="pres">
      <dgm:prSet presAssocID="{B521A219-1761-4999-970D-D47CBAEEC2A5}" presName="rect2" presStyleLbl="fgImgPlace1" presStyleIdx="0" presStyleCnt="3"/>
      <dgm:spPr>
        <a:blipFill dpi="0" rotWithShape="1"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637" t="-8195" r="-637" b="-8195"/>
          </a:stretch>
        </a:blipFill>
      </dgm:spPr>
    </dgm:pt>
    <dgm:pt modelId="{8EBEE0BB-8C91-4652-BBF8-79E9D12E1E8C}" type="pres">
      <dgm:prSet presAssocID="{41C5BF0A-E924-499D-AC59-5195FE9976DD}" presName="sibTrans" presStyleCnt="0"/>
      <dgm:spPr/>
    </dgm:pt>
    <dgm:pt modelId="{4BC064A3-1EE3-474A-AE0A-5C07C9A09865}" type="pres">
      <dgm:prSet presAssocID="{55EE99A0-B17B-4E73-A2C4-CE8822ABBDF8}" presName="composite" presStyleCnt="0"/>
      <dgm:spPr/>
    </dgm:pt>
    <dgm:pt modelId="{DE4CEB6E-CADA-4CC8-9976-875255946156}" type="pres">
      <dgm:prSet presAssocID="{55EE99A0-B17B-4E73-A2C4-CE8822ABBDF8}" presName="rect1" presStyleLbl="trAlignAcc1" presStyleIdx="1" presStyleCnt="3">
        <dgm:presLayoutVars>
          <dgm:bulletEnabled val="1"/>
        </dgm:presLayoutVars>
      </dgm:prSet>
      <dgm:spPr/>
    </dgm:pt>
    <dgm:pt modelId="{E184B120-A8AC-4C75-81EE-6E326E1B515B}" type="pres">
      <dgm:prSet presAssocID="{55EE99A0-B17B-4E73-A2C4-CE8822ABBDF8}" presName="rect2" presStyleLbl="fgImgPlace1" presStyleIdx="1" presStyleCnt="3"/>
      <dgm:spPr>
        <a:blipFill dpi="0" rotWithShape="1"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8258" t="7749" r="8258" b="7749"/>
          </a:stretch>
        </a:blipFill>
      </dgm:spPr>
    </dgm:pt>
    <dgm:pt modelId="{CB668724-FA13-4D67-AC69-7FB1821DE375}" type="pres">
      <dgm:prSet presAssocID="{079DDA90-C277-496D-9AE5-436742AFFB23}" presName="sibTrans" presStyleCnt="0"/>
      <dgm:spPr/>
    </dgm:pt>
    <dgm:pt modelId="{A62E9B87-A227-4BB7-B7AF-7B02B9B6577F}" type="pres">
      <dgm:prSet presAssocID="{2C065FE2-A2DF-4B0C-A9C4-CE1243398FA7}" presName="composite" presStyleCnt="0"/>
      <dgm:spPr/>
    </dgm:pt>
    <dgm:pt modelId="{11320440-431A-4FEE-AEF5-7C6DEEE999B8}" type="pres">
      <dgm:prSet presAssocID="{2C065FE2-A2DF-4B0C-A9C4-CE1243398FA7}" presName="rect1" presStyleLbl="trAlignAcc1" presStyleIdx="2" presStyleCnt="3">
        <dgm:presLayoutVars>
          <dgm:bulletEnabled val="1"/>
        </dgm:presLayoutVars>
      </dgm:prSet>
      <dgm:spPr/>
    </dgm:pt>
    <dgm:pt modelId="{A703D2C7-90EE-4141-A5B6-C01B7F9699D9}" type="pres">
      <dgm:prSet presAssocID="{2C065FE2-A2DF-4B0C-A9C4-CE1243398FA7}" presName="rect2" presStyleLbl="fgImgPlace1" presStyleIdx="2" presStyleCnt="3"/>
      <dgm:spPr>
        <a:blipFill dpi="0" rotWithShape="1">
          <a:blip xmlns:r="http://schemas.openxmlformats.org/officeDocument/2006/relationships" r:embed="rId3"/>
          <a:srcRect/>
          <a:stretch>
            <a:fillRect l="5521" t="1371" r="5521" b="1371"/>
          </a:stretch>
        </a:blipFill>
      </dgm:spPr>
    </dgm:pt>
  </dgm:ptLst>
  <dgm:cxnLst>
    <dgm:cxn modelId="{1564102B-DE83-4239-A383-8B4655B99779}" srcId="{FD5EF599-D3CF-4F1C-95B3-3908DF62EABE}" destId="{55EE99A0-B17B-4E73-A2C4-CE8822ABBDF8}" srcOrd="1" destOrd="0" parTransId="{47B22331-4EED-46F8-B43A-47F1DB74CD34}" sibTransId="{079DDA90-C277-496D-9AE5-436742AFFB23}"/>
    <dgm:cxn modelId="{67D90C63-725D-46CC-840A-42756EE6AE45}" srcId="{FD5EF599-D3CF-4F1C-95B3-3908DF62EABE}" destId="{B521A219-1761-4999-970D-D47CBAEEC2A5}" srcOrd="0" destOrd="0" parTransId="{92455E89-1665-47D1-8BFF-97C704684CDC}" sibTransId="{41C5BF0A-E924-499D-AC59-5195FE9976DD}"/>
    <dgm:cxn modelId="{7AA05356-0E74-4F7E-8D4D-2484B23ABD4C}" type="presOf" srcId="{2C065FE2-A2DF-4B0C-A9C4-CE1243398FA7}" destId="{11320440-431A-4FEE-AEF5-7C6DEEE999B8}" srcOrd="0" destOrd="0" presId="urn:microsoft.com/office/officeart/2008/layout/PictureStrips"/>
    <dgm:cxn modelId="{E4F8DB7C-CCB1-4ADF-8B34-3C3306ACB732}" type="presOf" srcId="{55EE99A0-B17B-4E73-A2C4-CE8822ABBDF8}" destId="{DE4CEB6E-CADA-4CC8-9976-875255946156}" srcOrd="0" destOrd="0" presId="urn:microsoft.com/office/officeart/2008/layout/PictureStrips"/>
    <dgm:cxn modelId="{852D148B-A144-43AA-A59F-049BF1A568E3}" srcId="{FD5EF599-D3CF-4F1C-95B3-3908DF62EABE}" destId="{2C065FE2-A2DF-4B0C-A9C4-CE1243398FA7}" srcOrd="2" destOrd="0" parTransId="{CEF284D3-94A9-4ACE-9D9E-46D2D33F5B85}" sibTransId="{78E51BDB-B2FD-4FC7-82B8-5F27561A8638}"/>
    <dgm:cxn modelId="{9C52D7A5-DC24-4697-B104-385DF8E920D8}" type="presOf" srcId="{B521A219-1761-4999-970D-D47CBAEEC2A5}" destId="{301C3CC0-1296-4AAD-9770-04D563B858F4}" srcOrd="0" destOrd="0" presId="urn:microsoft.com/office/officeart/2008/layout/PictureStrips"/>
    <dgm:cxn modelId="{DA8A51AE-929B-4798-9BF0-69C340703CAC}" type="presOf" srcId="{FD5EF599-D3CF-4F1C-95B3-3908DF62EABE}" destId="{C53DA70C-BA21-4074-A45C-506F37D8420E}" srcOrd="0" destOrd="0" presId="urn:microsoft.com/office/officeart/2008/layout/PictureStrips"/>
    <dgm:cxn modelId="{811F74EB-2150-4A82-A404-A1086E3573BB}" type="presParOf" srcId="{C53DA70C-BA21-4074-A45C-506F37D8420E}" destId="{148B59A7-01EB-4868-9D71-97969025C5DA}" srcOrd="0" destOrd="0" presId="urn:microsoft.com/office/officeart/2008/layout/PictureStrips"/>
    <dgm:cxn modelId="{AD023267-C6DB-4880-9D03-5AF25208492B}" type="presParOf" srcId="{148B59A7-01EB-4868-9D71-97969025C5DA}" destId="{301C3CC0-1296-4AAD-9770-04D563B858F4}" srcOrd="0" destOrd="0" presId="urn:microsoft.com/office/officeart/2008/layout/PictureStrips"/>
    <dgm:cxn modelId="{7843F773-D933-45AF-B8B3-FF8437C8E387}" type="presParOf" srcId="{148B59A7-01EB-4868-9D71-97969025C5DA}" destId="{BCE455BF-DBB9-4EA9-87C1-54264A0362F2}" srcOrd="1" destOrd="0" presId="urn:microsoft.com/office/officeart/2008/layout/PictureStrips"/>
    <dgm:cxn modelId="{184CD410-7B4F-4E96-8EB5-47967B212836}" type="presParOf" srcId="{C53DA70C-BA21-4074-A45C-506F37D8420E}" destId="{8EBEE0BB-8C91-4652-BBF8-79E9D12E1E8C}" srcOrd="1" destOrd="0" presId="urn:microsoft.com/office/officeart/2008/layout/PictureStrips"/>
    <dgm:cxn modelId="{3E074A35-8032-463B-86EE-07F7FE31FDEE}" type="presParOf" srcId="{C53DA70C-BA21-4074-A45C-506F37D8420E}" destId="{4BC064A3-1EE3-474A-AE0A-5C07C9A09865}" srcOrd="2" destOrd="0" presId="urn:microsoft.com/office/officeart/2008/layout/PictureStrips"/>
    <dgm:cxn modelId="{23C6AA71-2D27-4712-AC53-5157DEC4CE29}" type="presParOf" srcId="{4BC064A3-1EE3-474A-AE0A-5C07C9A09865}" destId="{DE4CEB6E-CADA-4CC8-9976-875255946156}" srcOrd="0" destOrd="0" presId="urn:microsoft.com/office/officeart/2008/layout/PictureStrips"/>
    <dgm:cxn modelId="{C7C32674-3196-493C-877E-A216F430E70F}" type="presParOf" srcId="{4BC064A3-1EE3-474A-AE0A-5C07C9A09865}" destId="{E184B120-A8AC-4C75-81EE-6E326E1B515B}" srcOrd="1" destOrd="0" presId="urn:microsoft.com/office/officeart/2008/layout/PictureStrips"/>
    <dgm:cxn modelId="{19333CFA-878C-481B-A18B-9065997C5F79}" type="presParOf" srcId="{C53DA70C-BA21-4074-A45C-506F37D8420E}" destId="{CB668724-FA13-4D67-AC69-7FB1821DE375}" srcOrd="3" destOrd="0" presId="urn:microsoft.com/office/officeart/2008/layout/PictureStrips"/>
    <dgm:cxn modelId="{1FEE2849-9BA3-463E-B161-AD4C30345444}" type="presParOf" srcId="{C53DA70C-BA21-4074-A45C-506F37D8420E}" destId="{A62E9B87-A227-4BB7-B7AF-7B02B9B6577F}" srcOrd="4" destOrd="0" presId="urn:microsoft.com/office/officeart/2008/layout/PictureStrips"/>
    <dgm:cxn modelId="{EFD4DC7F-8EBC-421D-AFBE-4B2F9D51D18B}" type="presParOf" srcId="{A62E9B87-A227-4BB7-B7AF-7B02B9B6577F}" destId="{11320440-431A-4FEE-AEF5-7C6DEEE999B8}" srcOrd="0" destOrd="0" presId="urn:microsoft.com/office/officeart/2008/layout/PictureStrips"/>
    <dgm:cxn modelId="{291A197A-78E8-4285-94F3-613C596AD6A9}" type="presParOf" srcId="{A62E9B87-A227-4BB7-B7AF-7B02B9B6577F}" destId="{A703D2C7-90EE-4141-A5B6-C01B7F9699D9}" srcOrd="1" destOrd="0" presId="urn:microsoft.com/office/officeart/2008/layout/PictureStrips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E610D343-3F1B-40D6-BDBF-6617A55A2381}" type="doc">
      <dgm:prSet loTypeId="urn:microsoft.com/office/officeart/2009/3/layout/HorizontalOrganizationChart" loCatId="hierarchy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IN"/>
        </a:p>
      </dgm:t>
    </dgm:pt>
    <dgm:pt modelId="{4F78BAA5-D79C-42F0-A8AA-1326F5BCC406}">
      <dgm:prSet phldrT="[Text]" custT="1"/>
      <dgm:spPr/>
      <dgm:t>
        <a:bodyPr/>
        <a:lstStyle/>
        <a:p>
          <a:r>
            <a:rPr lang="en-IN" sz="2000" dirty="0"/>
            <a:t>Outliers in</a:t>
          </a:r>
          <a:r>
            <a:rPr lang="en-IN" sz="2000" i="1" dirty="0"/>
            <a:t> </a:t>
          </a:r>
        </a:p>
        <a:p>
          <a:r>
            <a:rPr lang="en-IN" sz="2000" dirty="0" err="1"/>
            <a:t>Annual_Income</a:t>
          </a:r>
          <a:r>
            <a:rPr lang="en-IN" sz="2000" dirty="0"/>
            <a:t>:</a:t>
          </a:r>
        </a:p>
      </dgm:t>
    </dgm:pt>
    <dgm:pt modelId="{82539269-B516-49CA-941A-C60F78676AD1}" type="parTrans" cxnId="{C8FC3596-48DD-47A9-9C36-1C4AA8500F11}">
      <dgm:prSet/>
      <dgm:spPr/>
      <dgm:t>
        <a:bodyPr/>
        <a:lstStyle/>
        <a:p>
          <a:endParaRPr lang="en-IN"/>
        </a:p>
      </dgm:t>
    </dgm:pt>
    <dgm:pt modelId="{2D87BDE8-BCC9-4FE1-98C8-DE06E667EBC6}" type="sibTrans" cxnId="{C8FC3596-48DD-47A9-9C36-1C4AA8500F11}">
      <dgm:prSet/>
      <dgm:spPr/>
      <dgm:t>
        <a:bodyPr/>
        <a:lstStyle/>
        <a:p>
          <a:endParaRPr lang="en-IN"/>
        </a:p>
      </dgm:t>
    </dgm:pt>
    <dgm:pt modelId="{51CA360C-FA66-44FF-9D44-3B28FDAD5BE8}" type="pres">
      <dgm:prSet presAssocID="{E610D343-3F1B-40D6-BDBF-6617A55A2381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261CEFB2-A2D3-4D4D-B545-A00D7190EB45}" type="pres">
      <dgm:prSet presAssocID="{4F78BAA5-D79C-42F0-A8AA-1326F5BCC406}" presName="hierRoot1" presStyleCnt="0">
        <dgm:presLayoutVars>
          <dgm:hierBranch val="init"/>
        </dgm:presLayoutVars>
      </dgm:prSet>
      <dgm:spPr/>
    </dgm:pt>
    <dgm:pt modelId="{76A50557-64B7-4F95-A8BE-2AF9BBA5ADB6}" type="pres">
      <dgm:prSet presAssocID="{4F78BAA5-D79C-42F0-A8AA-1326F5BCC406}" presName="rootComposite1" presStyleCnt="0"/>
      <dgm:spPr/>
    </dgm:pt>
    <dgm:pt modelId="{6AC88222-B4FB-4BA1-89AB-CE19212AEAA6}" type="pres">
      <dgm:prSet presAssocID="{4F78BAA5-D79C-42F0-A8AA-1326F5BCC406}" presName="rootText1" presStyleLbl="node0" presStyleIdx="0" presStyleCnt="1" custScaleX="53862" custScaleY="76683" custLinFactNeighborX="-11884" custLinFactNeighborY="-181">
        <dgm:presLayoutVars>
          <dgm:chPref val="3"/>
        </dgm:presLayoutVars>
      </dgm:prSet>
      <dgm:spPr/>
    </dgm:pt>
    <dgm:pt modelId="{3F689897-97C2-4612-B906-DE60B084AE37}" type="pres">
      <dgm:prSet presAssocID="{4F78BAA5-D79C-42F0-A8AA-1326F5BCC406}" presName="rootConnector1" presStyleLbl="node1" presStyleIdx="0" presStyleCnt="0"/>
      <dgm:spPr/>
    </dgm:pt>
    <dgm:pt modelId="{D32673D6-FBB0-4D6B-AEB5-E7E2D8F8FBF0}" type="pres">
      <dgm:prSet presAssocID="{4F78BAA5-D79C-42F0-A8AA-1326F5BCC406}" presName="hierChild2" presStyleCnt="0"/>
      <dgm:spPr/>
    </dgm:pt>
    <dgm:pt modelId="{962AC862-164C-4FF9-BEB1-D263A27EDB25}" type="pres">
      <dgm:prSet presAssocID="{4F78BAA5-D79C-42F0-A8AA-1326F5BCC406}" presName="hierChild3" presStyleCnt="0"/>
      <dgm:spPr/>
    </dgm:pt>
  </dgm:ptLst>
  <dgm:cxnLst>
    <dgm:cxn modelId="{8EED1B10-E10E-4CC1-8812-72D0AA9844A4}" type="presOf" srcId="{4F78BAA5-D79C-42F0-A8AA-1326F5BCC406}" destId="{3F689897-97C2-4612-B906-DE60B084AE37}" srcOrd="1" destOrd="0" presId="urn:microsoft.com/office/officeart/2009/3/layout/HorizontalOrganizationChart"/>
    <dgm:cxn modelId="{F81FC850-DDB4-44DD-8A22-1008ED5F4106}" type="presOf" srcId="{4F78BAA5-D79C-42F0-A8AA-1326F5BCC406}" destId="{6AC88222-B4FB-4BA1-89AB-CE19212AEAA6}" srcOrd="0" destOrd="0" presId="urn:microsoft.com/office/officeart/2009/3/layout/HorizontalOrganizationChart"/>
    <dgm:cxn modelId="{C8FC3596-48DD-47A9-9C36-1C4AA8500F11}" srcId="{E610D343-3F1B-40D6-BDBF-6617A55A2381}" destId="{4F78BAA5-D79C-42F0-A8AA-1326F5BCC406}" srcOrd="0" destOrd="0" parTransId="{82539269-B516-49CA-941A-C60F78676AD1}" sibTransId="{2D87BDE8-BCC9-4FE1-98C8-DE06E667EBC6}"/>
    <dgm:cxn modelId="{01FDFE9F-8AE8-4607-8EC9-B6632CDF5BB9}" type="presOf" srcId="{E610D343-3F1B-40D6-BDBF-6617A55A2381}" destId="{51CA360C-FA66-44FF-9D44-3B28FDAD5BE8}" srcOrd="0" destOrd="0" presId="urn:microsoft.com/office/officeart/2009/3/layout/HorizontalOrganizationChart"/>
    <dgm:cxn modelId="{DBCD1D95-BEE0-48FF-B001-B0FA675106A4}" type="presParOf" srcId="{51CA360C-FA66-44FF-9D44-3B28FDAD5BE8}" destId="{261CEFB2-A2D3-4D4D-B545-A00D7190EB45}" srcOrd="0" destOrd="0" presId="urn:microsoft.com/office/officeart/2009/3/layout/HorizontalOrganizationChart"/>
    <dgm:cxn modelId="{7B2A266A-3794-4189-ACA5-5911F8ADB0F3}" type="presParOf" srcId="{261CEFB2-A2D3-4D4D-B545-A00D7190EB45}" destId="{76A50557-64B7-4F95-A8BE-2AF9BBA5ADB6}" srcOrd="0" destOrd="0" presId="urn:microsoft.com/office/officeart/2009/3/layout/HorizontalOrganizationChart"/>
    <dgm:cxn modelId="{06B58D56-DCF3-4996-BC63-15AF0A45D0AA}" type="presParOf" srcId="{76A50557-64B7-4F95-A8BE-2AF9BBA5ADB6}" destId="{6AC88222-B4FB-4BA1-89AB-CE19212AEAA6}" srcOrd="0" destOrd="0" presId="urn:microsoft.com/office/officeart/2009/3/layout/HorizontalOrganizationChart"/>
    <dgm:cxn modelId="{9D26AFCC-B253-4596-888E-1D738B718B10}" type="presParOf" srcId="{76A50557-64B7-4F95-A8BE-2AF9BBA5ADB6}" destId="{3F689897-97C2-4612-B906-DE60B084AE37}" srcOrd="1" destOrd="0" presId="urn:microsoft.com/office/officeart/2009/3/layout/HorizontalOrganizationChart"/>
    <dgm:cxn modelId="{7724E353-FF6C-4B17-96A1-B3E04913FF7A}" type="presParOf" srcId="{261CEFB2-A2D3-4D4D-B545-A00D7190EB45}" destId="{D32673D6-FBB0-4D6B-AEB5-E7E2D8F8FBF0}" srcOrd="1" destOrd="0" presId="urn:microsoft.com/office/officeart/2009/3/layout/HorizontalOrganizationChart"/>
    <dgm:cxn modelId="{45F1B16B-A845-4CD2-B084-9984491D1C3F}" type="presParOf" srcId="{261CEFB2-A2D3-4D4D-B545-A00D7190EB45}" destId="{962AC862-164C-4FF9-BEB1-D263A27EDB25}" srcOrd="2" destOrd="0" presId="urn:microsoft.com/office/officeart/2009/3/layout/HorizontalOrganizationChar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76895645-EA64-4FB2-93DA-BFC0F32539AC}" type="doc">
      <dgm:prSet loTypeId="urn:microsoft.com/office/officeart/2009/3/layout/HorizontalOrganizationChart" loCatId="hierarchy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IN"/>
        </a:p>
      </dgm:t>
    </dgm:pt>
    <dgm:pt modelId="{8230C6CB-CBC8-4F91-899E-4B137467829F}">
      <dgm:prSet phldrT="[Text]" custT="1"/>
      <dgm:spPr/>
      <dgm:t>
        <a:bodyPr/>
        <a:lstStyle/>
        <a:p>
          <a:r>
            <a:rPr lang="en-IN" sz="2000" dirty="0"/>
            <a:t>Outliers in </a:t>
          </a:r>
          <a:r>
            <a:rPr lang="en-IN" sz="2000" dirty="0" err="1"/>
            <a:t>Days_Employed</a:t>
          </a:r>
          <a:endParaRPr lang="en-IN" sz="2000" dirty="0"/>
        </a:p>
      </dgm:t>
    </dgm:pt>
    <dgm:pt modelId="{6EE43E94-F0C4-4CC0-90CB-DF2E5D6558BC}" type="parTrans" cxnId="{406F20D6-20D7-4E65-86C7-416CF84FC6CF}">
      <dgm:prSet/>
      <dgm:spPr/>
      <dgm:t>
        <a:bodyPr/>
        <a:lstStyle/>
        <a:p>
          <a:endParaRPr lang="en-IN"/>
        </a:p>
      </dgm:t>
    </dgm:pt>
    <dgm:pt modelId="{E2DA36F2-F3B1-414F-9D47-6F1502098DAA}" type="sibTrans" cxnId="{406F20D6-20D7-4E65-86C7-416CF84FC6CF}">
      <dgm:prSet/>
      <dgm:spPr/>
      <dgm:t>
        <a:bodyPr/>
        <a:lstStyle/>
        <a:p>
          <a:endParaRPr lang="en-IN"/>
        </a:p>
      </dgm:t>
    </dgm:pt>
    <dgm:pt modelId="{78F5A77C-65F3-4A97-8BA3-92E94EF49DB5}" type="pres">
      <dgm:prSet presAssocID="{76895645-EA64-4FB2-93DA-BFC0F32539AC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EB7C8CF7-B361-4A2B-A4DF-E1CA02ED51BF}" type="pres">
      <dgm:prSet presAssocID="{8230C6CB-CBC8-4F91-899E-4B137467829F}" presName="hierRoot1" presStyleCnt="0">
        <dgm:presLayoutVars>
          <dgm:hierBranch val="init"/>
        </dgm:presLayoutVars>
      </dgm:prSet>
      <dgm:spPr/>
    </dgm:pt>
    <dgm:pt modelId="{D4A95602-FC21-462A-8B94-7981033A77E9}" type="pres">
      <dgm:prSet presAssocID="{8230C6CB-CBC8-4F91-899E-4B137467829F}" presName="rootComposite1" presStyleCnt="0"/>
      <dgm:spPr/>
    </dgm:pt>
    <dgm:pt modelId="{14428428-1930-4306-83C0-E03A512958E1}" type="pres">
      <dgm:prSet presAssocID="{8230C6CB-CBC8-4F91-899E-4B137467829F}" presName="rootText1" presStyleLbl="node0" presStyleIdx="0" presStyleCnt="1" custLinFactX="27315" custLinFactY="-100000" custLinFactNeighborX="100000" custLinFactNeighborY="-183403">
        <dgm:presLayoutVars>
          <dgm:chPref val="3"/>
        </dgm:presLayoutVars>
      </dgm:prSet>
      <dgm:spPr/>
    </dgm:pt>
    <dgm:pt modelId="{EC5612CB-0F55-4634-8C40-802C6667EEFB}" type="pres">
      <dgm:prSet presAssocID="{8230C6CB-CBC8-4F91-899E-4B137467829F}" presName="rootConnector1" presStyleLbl="node1" presStyleIdx="0" presStyleCnt="0"/>
      <dgm:spPr/>
    </dgm:pt>
    <dgm:pt modelId="{4DA6B236-64A7-478D-A39F-6D307ACC34D8}" type="pres">
      <dgm:prSet presAssocID="{8230C6CB-CBC8-4F91-899E-4B137467829F}" presName="hierChild2" presStyleCnt="0"/>
      <dgm:spPr/>
    </dgm:pt>
    <dgm:pt modelId="{66C44AC7-AE9E-400F-AECB-1F6C67026415}" type="pres">
      <dgm:prSet presAssocID="{8230C6CB-CBC8-4F91-899E-4B137467829F}" presName="hierChild3" presStyleCnt="0"/>
      <dgm:spPr/>
    </dgm:pt>
  </dgm:ptLst>
  <dgm:cxnLst>
    <dgm:cxn modelId="{31462437-E1F1-49C9-AE42-907866393F4E}" type="presOf" srcId="{8230C6CB-CBC8-4F91-899E-4B137467829F}" destId="{14428428-1930-4306-83C0-E03A512958E1}" srcOrd="0" destOrd="0" presId="urn:microsoft.com/office/officeart/2009/3/layout/HorizontalOrganizationChart"/>
    <dgm:cxn modelId="{38738B3E-BF64-421F-BD87-C52FDD129364}" type="presOf" srcId="{8230C6CB-CBC8-4F91-899E-4B137467829F}" destId="{EC5612CB-0F55-4634-8C40-802C6667EEFB}" srcOrd="1" destOrd="0" presId="urn:microsoft.com/office/officeart/2009/3/layout/HorizontalOrganizationChart"/>
    <dgm:cxn modelId="{128EB566-B8A0-4F20-BE13-9BEC647FBF48}" type="presOf" srcId="{76895645-EA64-4FB2-93DA-BFC0F32539AC}" destId="{78F5A77C-65F3-4A97-8BA3-92E94EF49DB5}" srcOrd="0" destOrd="0" presId="urn:microsoft.com/office/officeart/2009/3/layout/HorizontalOrganizationChart"/>
    <dgm:cxn modelId="{406F20D6-20D7-4E65-86C7-416CF84FC6CF}" srcId="{76895645-EA64-4FB2-93DA-BFC0F32539AC}" destId="{8230C6CB-CBC8-4F91-899E-4B137467829F}" srcOrd="0" destOrd="0" parTransId="{6EE43E94-F0C4-4CC0-90CB-DF2E5D6558BC}" sibTransId="{E2DA36F2-F3B1-414F-9D47-6F1502098DAA}"/>
    <dgm:cxn modelId="{370F056A-4170-4325-B71C-26BBED6F0061}" type="presParOf" srcId="{78F5A77C-65F3-4A97-8BA3-92E94EF49DB5}" destId="{EB7C8CF7-B361-4A2B-A4DF-E1CA02ED51BF}" srcOrd="0" destOrd="0" presId="urn:microsoft.com/office/officeart/2009/3/layout/HorizontalOrganizationChart"/>
    <dgm:cxn modelId="{57FE6B61-3B48-49E9-8425-CA92B6EDBD92}" type="presParOf" srcId="{EB7C8CF7-B361-4A2B-A4DF-E1CA02ED51BF}" destId="{D4A95602-FC21-462A-8B94-7981033A77E9}" srcOrd="0" destOrd="0" presId="urn:microsoft.com/office/officeart/2009/3/layout/HorizontalOrganizationChart"/>
    <dgm:cxn modelId="{16B32C06-5C21-4F49-9B87-C1F5F62AEA4F}" type="presParOf" srcId="{D4A95602-FC21-462A-8B94-7981033A77E9}" destId="{14428428-1930-4306-83C0-E03A512958E1}" srcOrd="0" destOrd="0" presId="urn:microsoft.com/office/officeart/2009/3/layout/HorizontalOrganizationChart"/>
    <dgm:cxn modelId="{98C2DFF5-0769-4DB7-9250-17753BB5904D}" type="presParOf" srcId="{D4A95602-FC21-462A-8B94-7981033A77E9}" destId="{EC5612CB-0F55-4634-8C40-802C6667EEFB}" srcOrd="1" destOrd="0" presId="urn:microsoft.com/office/officeart/2009/3/layout/HorizontalOrganizationChart"/>
    <dgm:cxn modelId="{B293FF4E-7019-424A-B1DB-DA114C2527C9}" type="presParOf" srcId="{EB7C8CF7-B361-4A2B-A4DF-E1CA02ED51BF}" destId="{4DA6B236-64A7-478D-A39F-6D307ACC34D8}" srcOrd="1" destOrd="0" presId="urn:microsoft.com/office/officeart/2009/3/layout/HorizontalOrganizationChart"/>
    <dgm:cxn modelId="{77832885-0596-4F26-983A-1AEABB558093}" type="presParOf" srcId="{EB7C8CF7-B361-4A2B-A4DF-E1CA02ED51BF}" destId="{66C44AC7-AE9E-400F-AECB-1F6C67026415}" srcOrd="2" destOrd="0" presId="urn:microsoft.com/office/officeart/2009/3/layout/HorizontalOrganizationChart"/>
  </dgm:cxnLst>
  <dgm:bg/>
  <dgm:whole/>
  <dgm:extLst>
    <a:ext uri="http://schemas.microsoft.com/office/drawing/2008/diagram">
      <dsp:dataModelExt xmlns:dsp="http://schemas.microsoft.com/office/drawing/2008/diagram" relId="rId13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76895645-EA64-4FB2-93DA-BFC0F32539AC}" type="doc">
      <dgm:prSet loTypeId="urn:microsoft.com/office/officeart/2009/3/layout/HorizontalOrganizationChart" loCatId="hierarchy" qsTypeId="urn:microsoft.com/office/officeart/2005/8/quickstyle/simple1" qsCatId="simple" csTypeId="urn:microsoft.com/office/officeart/2005/8/colors/colorful4" csCatId="colorful" phldr="1"/>
      <dgm:spPr/>
      <dgm:t>
        <a:bodyPr/>
        <a:lstStyle/>
        <a:p>
          <a:endParaRPr lang="en-IN"/>
        </a:p>
      </dgm:t>
    </dgm:pt>
    <dgm:pt modelId="{8230C6CB-CBC8-4F91-899E-4B137467829F}">
      <dgm:prSet phldrT="[Text]" custT="1">
        <dgm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en-IN" sz="1600" dirty="0"/>
            <a:t>After Outlier Treatment </a:t>
          </a:r>
          <a:r>
            <a:rPr lang="en-IN" sz="1600" dirty="0" err="1"/>
            <a:t>Days_Employed</a:t>
          </a:r>
          <a:endParaRPr lang="en-IN" sz="1600" dirty="0"/>
        </a:p>
      </dgm:t>
    </dgm:pt>
    <dgm:pt modelId="{6EE43E94-F0C4-4CC0-90CB-DF2E5D6558BC}" type="parTrans" cxnId="{406F20D6-20D7-4E65-86C7-416CF84FC6CF}">
      <dgm:prSet/>
      <dgm:spPr/>
      <dgm:t>
        <a:bodyPr/>
        <a:lstStyle/>
        <a:p>
          <a:endParaRPr lang="en-IN"/>
        </a:p>
      </dgm:t>
    </dgm:pt>
    <dgm:pt modelId="{E2DA36F2-F3B1-414F-9D47-6F1502098DAA}" type="sibTrans" cxnId="{406F20D6-20D7-4E65-86C7-416CF84FC6CF}">
      <dgm:prSet/>
      <dgm:spPr/>
      <dgm:t>
        <a:bodyPr/>
        <a:lstStyle/>
        <a:p>
          <a:endParaRPr lang="en-IN"/>
        </a:p>
      </dgm:t>
    </dgm:pt>
    <dgm:pt modelId="{78F5A77C-65F3-4A97-8BA3-92E94EF49DB5}" type="pres">
      <dgm:prSet presAssocID="{76895645-EA64-4FB2-93DA-BFC0F32539AC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EB7C8CF7-B361-4A2B-A4DF-E1CA02ED51BF}" type="pres">
      <dgm:prSet presAssocID="{8230C6CB-CBC8-4F91-899E-4B137467829F}" presName="hierRoot1" presStyleCnt="0">
        <dgm:presLayoutVars>
          <dgm:hierBranch val="init"/>
        </dgm:presLayoutVars>
      </dgm:prSet>
      <dgm:spPr/>
    </dgm:pt>
    <dgm:pt modelId="{D4A95602-FC21-462A-8B94-7981033A77E9}" type="pres">
      <dgm:prSet presAssocID="{8230C6CB-CBC8-4F91-899E-4B137467829F}" presName="rootComposite1" presStyleCnt="0"/>
      <dgm:spPr/>
    </dgm:pt>
    <dgm:pt modelId="{14428428-1930-4306-83C0-E03A512958E1}" type="pres">
      <dgm:prSet presAssocID="{8230C6CB-CBC8-4F91-899E-4B137467829F}" presName="rootText1" presStyleLbl="node0" presStyleIdx="0" presStyleCnt="1" custScaleX="153696" custScaleY="70538" custLinFactNeighborX="6004" custLinFactNeighborY="-1509">
        <dgm:presLayoutVars>
          <dgm:chPref val="3"/>
        </dgm:presLayoutVars>
      </dgm:prSet>
      <dgm:spPr/>
    </dgm:pt>
    <dgm:pt modelId="{EC5612CB-0F55-4634-8C40-802C6667EEFB}" type="pres">
      <dgm:prSet presAssocID="{8230C6CB-CBC8-4F91-899E-4B137467829F}" presName="rootConnector1" presStyleLbl="node1" presStyleIdx="0" presStyleCnt="0"/>
      <dgm:spPr/>
    </dgm:pt>
    <dgm:pt modelId="{4DA6B236-64A7-478D-A39F-6D307ACC34D8}" type="pres">
      <dgm:prSet presAssocID="{8230C6CB-CBC8-4F91-899E-4B137467829F}" presName="hierChild2" presStyleCnt="0"/>
      <dgm:spPr/>
    </dgm:pt>
    <dgm:pt modelId="{66C44AC7-AE9E-400F-AECB-1F6C67026415}" type="pres">
      <dgm:prSet presAssocID="{8230C6CB-CBC8-4F91-899E-4B137467829F}" presName="hierChild3" presStyleCnt="0"/>
      <dgm:spPr/>
    </dgm:pt>
  </dgm:ptLst>
  <dgm:cxnLst>
    <dgm:cxn modelId="{31462437-E1F1-49C9-AE42-907866393F4E}" type="presOf" srcId="{8230C6CB-CBC8-4F91-899E-4B137467829F}" destId="{14428428-1930-4306-83C0-E03A512958E1}" srcOrd="0" destOrd="0" presId="urn:microsoft.com/office/officeart/2009/3/layout/HorizontalOrganizationChart"/>
    <dgm:cxn modelId="{38738B3E-BF64-421F-BD87-C52FDD129364}" type="presOf" srcId="{8230C6CB-CBC8-4F91-899E-4B137467829F}" destId="{EC5612CB-0F55-4634-8C40-802C6667EEFB}" srcOrd="1" destOrd="0" presId="urn:microsoft.com/office/officeart/2009/3/layout/HorizontalOrganizationChart"/>
    <dgm:cxn modelId="{128EB566-B8A0-4F20-BE13-9BEC647FBF48}" type="presOf" srcId="{76895645-EA64-4FB2-93DA-BFC0F32539AC}" destId="{78F5A77C-65F3-4A97-8BA3-92E94EF49DB5}" srcOrd="0" destOrd="0" presId="urn:microsoft.com/office/officeart/2009/3/layout/HorizontalOrganizationChart"/>
    <dgm:cxn modelId="{406F20D6-20D7-4E65-86C7-416CF84FC6CF}" srcId="{76895645-EA64-4FB2-93DA-BFC0F32539AC}" destId="{8230C6CB-CBC8-4F91-899E-4B137467829F}" srcOrd="0" destOrd="0" parTransId="{6EE43E94-F0C4-4CC0-90CB-DF2E5D6558BC}" sibTransId="{E2DA36F2-F3B1-414F-9D47-6F1502098DAA}"/>
    <dgm:cxn modelId="{370F056A-4170-4325-B71C-26BBED6F0061}" type="presParOf" srcId="{78F5A77C-65F3-4A97-8BA3-92E94EF49DB5}" destId="{EB7C8CF7-B361-4A2B-A4DF-E1CA02ED51BF}" srcOrd="0" destOrd="0" presId="urn:microsoft.com/office/officeart/2009/3/layout/HorizontalOrganizationChart"/>
    <dgm:cxn modelId="{57FE6B61-3B48-49E9-8425-CA92B6EDBD92}" type="presParOf" srcId="{EB7C8CF7-B361-4A2B-A4DF-E1CA02ED51BF}" destId="{D4A95602-FC21-462A-8B94-7981033A77E9}" srcOrd="0" destOrd="0" presId="urn:microsoft.com/office/officeart/2009/3/layout/HorizontalOrganizationChart"/>
    <dgm:cxn modelId="{16B32C06-5C21-4F49-9B87-C1F5F62AEA4F}" type="presParOf" srcId="{D4A95602-FC21-462A-8B94-7981033A77E9}" destId="{14428428-1930-4306-83C0-E03A512958E1}" srcOrd="0" destOrd="0" presId="urn:microsoft.com/office/officeart/2009/3/layout/HorizontalOrganizationChart"/>
    <dgm:cxn modelId="{98C2DFF5-0769-4DB7-9250-17753BB5904D}" type="presParOf" srcId="{D4A95602-FC21-462A-8B94-7981033A77E9}" destId="{EC5612CB-0F55-4634-8C40-802C6667EEFB}" srcOrd="1" destOrd="0" presId="urn:microsoft.com/office/officeart/2009/3/layout/HorizontalOrganizationChart"/>
    <dgm:cxn modelId="{B293FF4E-7019-424A-B1DB-DA114C2527C9}" type="presParOf" srcId="{EB7C8CF7-B361-4A2B-A4DF-E1CA02ED51BF}" destId="{4DA6B236-64A7-478D-A39F-6D307ACC34D8}" srcOrd="1" destOrd="0" presId="urn:microsoft.com/office/officeart/2009/3/layout/HorizontalOrganizationChart"/>
    <dgm:cxn modelId="{77832885-0596-4F26-983A-1AEABB558093}" type="presParOf" srcId="{EB7C8CF7-B361-4A2B-A4DF-E1CA02ED51BF}" destId="{66C44AC7-AE9E-400F-AECB-1F6C67026415}" srcOrd="2" destOrd="0" presId="urn:microsoft.com/office/officeart/2009/3/layout/HorizontalOrganizationChart"/>
  </dgm:cxnLst>
  <dgm:bg/>
  <dgm:whole/>
  <dgm:extLst>
    <a:ext uri="http://schemas.microsoft.com/office/drawing/2008/diagram">
      <dsp:dataModelExt xmlns:dsp="http://schemas.microsoft.com/office/drawing/2008/diagram" relId="rId19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76895645-EA64-4FB2-93DA-BFC0F32539AC}" type="doc">
      <dgm:prSet loTypeId="urn:microsoft.com/office/officeart/2009/3/layout/HorizontalOrganizationChart" loCatId="hierarchy" qsTypeId="urn:microsoft.com/office/officeart/2005/8/quickstyle/simple1" qsCatId="simple" csTypeId="urn:microsoft.com/office/officeart/2005/8/colors/colorful4" csCatId="colorful" phldr="1"/>
      <dgm:spPr/>
      <dgm:t>
        <a:bodyPr/>
        <a:lstStyle/>
        <a:p>
          <a:endParaRPr lang="en-IN"/>
        </a:p>
      </dgm:t>
    </dgm:pt>
    <dgm:pt modelId="{78F5A77C-65F3-4A97-8BA3-92E94EF49DB5}" type="pres">
      <dgm:prSet presAssocID="{76895645-EA64-4FB2-93DA-BFC0F32539AC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</dgm:ptLst>
  <dgm:cxnLst>
    <dgm:cxn modelId="{128EB566-B8A0-4F20-BE13-9BEC647FBF48}" type="presOf" srcId="{76895645-EA64-4FB2-93DA-BFC0F32539AC}" destId="{78F5A77C-65F3-4A97-8BA3-92E94EF49DB5}" srcOrd="0" destOrd="0" presId="urn:microsoft.com/office/officeart/2009/3/layout/HorizontalOrganizationChar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77528F5-B064-450E-BF3A-B6966EDC5134}">
      <dsp:nvSpPr>
        <dsp:cNvPr id="0" name=""/>
        <dsp:cNvSpPr/>
      </dsp:nvSpPr>
      <dsp:spPr>
        <a:xfrm>
          <a:off x="611" y="361970"/>
          <a:ext cx="2225271" cy="111263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43180" rIns="64770" bIns="4318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400" kern="1200" dirty="0"/>
            <a:t>  Numerical Columns:</a:t>
          </a:r>
        </a:p>
      </dsp:txBody>
      <dsp:txXfrm>
        <a:off x="33199" y="394558"/>
        <a:ext cx="2160095" cy="1047459"/>
      </dsp:txXfrm>
    </dsp:sp>
    <dsp:sp modelId="{82F6E462-F513-4E46-A39F-4B8275FB98F8}">
      <dsp:nvSpPr>
        <dsp:cNvPr id="0" name=""/>
        <dsp:cNvSpPr/>
      </dsp:nvSpPr>
      <dsp:spPr>
        <a:xfrm>
          <a:off x="223138" y="1474606"/>
          <a:ext cx="222527" cy="83447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834476"/>
              </a:lnTo>
              <a:lnTo>
                <a:pt x="222527" y="834476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9FE1180-3752-40EE-BDB9-68DFB256ED54}">
      <dsp:nvSpPr>
        <dsp:cNvPr id="0" name=""/>
        <dsp:cNvSpPr/>
      </dsp:nvSpPr>
      <dsp:spPr>
        <a:xfrm>
          <a:off x="445665" y="1752764"/>
          <a:ext cx="1780217" cy="111263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145" tIns="11430" rIns="17145" bIns="11430" numCol="1" spcCol="1270" anchor="ctr" anchorCtr="0">
          <a:noAutofit/>
        </a:bodyPr>
        <a:lstStyle/>
        <a:p>
          <a:pPr marL="0" lvl="0" indent="0" algn="l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IN" sz="900" kern="1200" dirty="0"/>
            <a:t> ['ID','AMT_INCOME_TOTAL', 'DAYS_BIRTH', 'DAYS_EMPLOYED', 'FLAG_MOBIL', 'FLAG_ WORK_PHONE', 'FLAG_PHONE','FLAG_EMAIL', 'BEGIN_MONTHS’, 'TARGET']  ]</a:t>
          </a:r>
        </a:p>
      </dsp:txBody>
      <dsp:txXfrm>
        <a:off x="478253" y="1785352"/>
        <a:ext cx="1715041" cy="1047459"/>
      </dsp:txXfrm>
    </dsp:sp>
    <dsp:sp modelId="{7E634324-2292-4359-BEB8-EEC0F7BA4B43}">
      <dsp:nvSpPr>
        <dsp:cNvPr id="0" name=""/>
        <dsp:cNvSpPr/>
      </dsp:nvSpPr>
      <dsp:spPr>
        <a:xfrm>
          <a:off x="2782200" y="361970"/>
          <a:ext cx="2225271" cy="111263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43180" rIns="64770" bIns="4318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400" kern="1200" dirty="0"/>
            <a:t>Categorical Columns:</a:t>
          </a:r>
        </a:p>
      </dsp:txBody>
      <dsp:txXfrm>
        <a:off x="2814788" y="394558"/>
        <a:ext cx="2160095" cy="1047459"/>
      </dsp:txXfrm>
    </dsp:sp>
    <dsp:sp modelId="{FB6B58FA-3E5D-4D9D-888A-842C025C389E}">
      <dsp:nvSpPr>
        <dsp:cNvPr id="0" name=""/>
        <dsp:cNvSpPr/>
      </dsp:nvSpPr>
      <dsp:spPr>
        <a:xfrm>
          <a:off x="3004727" y="1474606"/>
          <a:ext cx="222527" cy="83447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834476"/>
              </a:lnTo>
              <a:lnTo>
                <a:pt x="222527" y="834476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153A7D8-4D59-4955-A57D-C10915F0CD69}">
      <dsp:nvSpPr>
        <dsp:cNvPr id="0" name=""/>
        <dsp:cNvSpPr/>
      </dsp:nvSpPr>
      <dsp:spPr>
        <a:xfrm>
          <a:off x="3227254" y="1752764"/>
          <a:ext cx="1780217" cy="111263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145" tIns="11430" rIns="17145" bIns="11430" numCol="1" spcCol="1270" anchor="ctr" anchorCtr="0">
          <a:noAutofit/>
        </a:bodyPr>
        <a:lstStyle/>
        <a:p>
          <a:pPr marL="0" lvl="0" indent="0" algn="l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900" kern="1200" dirty="0"/>
            <a:t>['CODE_GENDER', 'FLAG_OWN_CAR', 'FLAG_OWN_REALTY', 'CNT_CHILDREN', 'NAME_EDUCATION_TYPE', 'NAME_FAMILY_STATUS', 'NAME_HOUSING_TYPE',  'JOB', 'STATUS’]</a:t>
          </a:r>
        </a:p>
      </dsp:txBody>
      <dsp:txXfrm>
        <a:off x="3259842" y="1785352"/>
        <a:ext cx="1715041" cy="104745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2B9A586-069F-4E45-9BC4-DEFF43C0D7AC}">
      <dsp:nvSpPr>
        <dsp:cNvPr id="0" name=""/>
        <dsp:cNvSpPr/>
      </dsp:nvSpPr>
      <dsp:spPr>
        <a:xfrm>
          <a:off x="3460194" y="1035829"/>
          <a:ext cx="2458641" cy="2251883"/>
        </a:xfrm>
        <a:prstGeom prst="rect">
          <a:avLst/>
        </a:prstGeom>
        <a:blipFill dpi="0" rotWithShape="1">
          <a:blip xmlns:r="http://schemas.openxmlformats.org/officeDocument/2006/relationships" r:embed="rId1">
            <a:extLst>
              <a:ext uri="{BEBA8EAE-BF5A-486C-A8C5-ECC9F3942E4B}">
                <a14:imgProps xmlns:a14="http://schemas.microsoft.com/office/drawing/2010/main">
                  <a14:imgLayer r:embed="rId2"/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3425" t="9341" r="3425" b="9341"/>
          </a:stretch>
        </a:blip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73E8D90-0587-4BB1-999A-9A948BCBFDAD}">
      <dsp:nvSpPr>
        <dsp:cNvPr id="0" name=""/>
        <dsp:cNvSpPr/>
      </dsp:nvSpPr>
      <dsp:spPr>
        <a:xfrm flipH="1">
          <a:off x="0" y="5131466"/>
          <a:ext cx="6067" cy="869990"/>
        </a:xfrm>
        <a:prstGeom prst="line">
          <a:avLst/>
        </a:pr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9C81C32-E31F-4410-B867-3D3866F11AD0}">
      <dsp:nvSpPr>
        <dsp:cNvPr id="0" name=""/>
        <dsp:cNvSpPr/>
      </dsp:nvSpPr>
      <dsp:spPr>
        <a:xfrm>
          <a:off x="139815" y="558785"/>
          <a:ext cx="3033861" cy="4495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b="1" kern="1200" dirty="0" err="1"/>
            <a:t>No_of</a:t>
          </a:r>
          <a:r>
            <a:rPr lang="en-IN" sz="2000" b="1" kern="1200" dirty="0"/>
            <a:t> </a:t>
          </a:r>
          <a:r>
            <a:rPr lang="en-IN" sz="2000" b="1" kern="1200" dirty="0" err="1"/>
            <a:t>children_Attribute</a:t>
          </a:r>
          <a:r>
            <a:rPr lang="en-IN" sz="2000" b="1" kern="1200" dirty="0"/>
            <a:t>:</a:t>
          </a:r>
        </a:p>
      </dsp:txBody>
      <dsp:txXfrm>
        <a:off x="139815" y="558785"/>
        <a:ext cx="3033861" cy="449587"/>
      </dsp:txXfrm>
    </dsp:sp>
    <dsp:sp modelId="{94E2C3C7-D782-4873-8000-8DB52F586D0A}">
      <dsp:nvSpPr>
        <dsp:cNvPr id="0" name=""/>
        <dsp:cNvSpPr/>
      </dsp:nvSpPr>
      <dsp:spPr>
        <a:xfrm>
          <a:off x="428140" y="1104349"/>
          <a:ext cx="2664003" cy="2225974"/>
        </a:xfrm>
        <a:prstGeom prst="rect">
          <a:avLst/>
        </a:prstGeom>
        <a:blipFill dpi="0" rotWithShape="1"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4880" t="151" r="4880" b="151"/>
          </a:stretch>
        </a:blip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EB4B530-A213-4540-94D5-2B082B1DD183}">
      <dsp:nvSpPr>
        <dsp:cNvPr id="0" name=""/>
        <dsp:cNvSpPr/>
      </dsp:nvSpPr>
      <dsp:spPr>
        <a:xfrm>
          <a:off x="3122406" y="3844821"/>
          <a:ext cx="6067" cy="97022"/>
        </a:xfrm>
        <a:prstGeom prst="line">
          <a:avLst/>
        </a:pr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DE23903-0E11-4203-90BC-6F083B1A239C}">
      <dsp:nvSpPr>
        <dsp:cNvPr id="0" name=""/>
        <dsp:cNvSpPr/>
      </dsp:nvSpPr>
      <dsp:spPr>
        <a:xfrm>
          <a:off x="3281213" y="493997"/>
          <a:ext cx="3204212" cy="3686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b="1" u="none" kern="1200" dirty="0"/>
            <a:t>Married Status Attribute:</a:t>
          </a:r>
          <a:endParaRPr lang="en-IN" sz="1800" u="none" kern="1200" dirty="0"/>
        </a:p>
      </dsp:txBody>
      <dsp:txXfrm>
        <a:off x="3281213" y="493997"/>
        <a:ext cx="3204212" cy="368644"/>
      </dsp:txXfrm>
    </dsp:sp>
    <dsp:sp modelId="{9E10DA3C-53D6-4E4C-9CF5-D2D50E62D8C8}">
      <dsp:nvSpPr>
        <dsp:cNvPr id="0" name=""/>
        <dsp:cNvSpPr/>
      </dsp:nvSpPr>
      <dsp:spPr>
        <a:xfrm>
          <a:off x="6522198" y="3622029"/>
          <a:ext cx="4079542" cy="2399905"/>
        </a:xfrm>
        <a:prstGeom prst="rect">
          <a:avLst/>
        </a:prstGeom>
        <a:blipFill dpi="0" rotWithShape="1">
          <a:blip xmlns:r="http://schemas.openxmlformats.org/officeDocument/2006/relationships"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3701" t="13990" r="3701" b="13990"/>
          </a:stretch>
        </a:blip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1685FF0-CEB2-44A4-839F-4861EF1FAE93}">
      <dsp:nvSpPr>
        <dsp:cNvPr id="0" name=""/>
        <dsp:cNvSpPr/>
      </dsp:nvSpPr>
      <dsp:spPr>
        <a:xfrm flipH="1" flipV="1">
          <a:off x="7697743" y="3895562"/>
          <a:ext cx="6067" cy="44112"/>
        </a:xfrm>
        <a:prstGeom prst="line">
          <a:avLst/>
        </a:pr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431AC18-8600-4010-AADA-7144F49BD440}">
      <dsp:nvSpPr>
        <dsp:cNvPr id="0" name=""/>
        <dsp:cNvSpPr/>
      </dsp:nvSpPr>
      <dsp:spPr>
        <a:xfrm rot="10800000" flipV="1">
          <a:off x="6095986" y="5973150"/>
          <a:ext cx="5944305" cy="44543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b="1" u="none" kern="1200" dirty="0"/>
            <a:t>Work Phone Attribute, Phone Attribute and Email Attribute</a:t>
          </a:r>
          <a:r>
            <a:rPr lang="en-IN" sz="2000" u="none" kern="1200" dirty="0"/>
            <a:t>:</a:t>
          </a:r>
          <a:endParaRPr lang="en-US" sz="2000" u="none" kern="1200" dirty="0"/>
        </a:p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 </a:t>
          </a:r>
          <a:endParaRPr lang="en-IN" sz="1400" kern="1200" dirty="0"/>
        </a:p>
      </dsp:txBody>
      <dsp:txXfrm rot="-10800000">
        <a:off x="6095986" y="5973150"/>
        <a:ext cx="5944305" cy="445431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01C3CC0-1296-4AAD-9770-04D563B858F4}">
      <dsp:nvSpPr>
        <dsp:cNvPr id="0" name=""/>
        <dsp:cNvSpPr/>
      </dsp:nvSpPr>
      <dsp:spPr>
        <a:xfrm>
          <a:off x="931678" y="406033"/>
          <a:ext cx="4000440" cy="1250137"/>
        </a:xfrm>
        <a:prstGeom prst="rect">
          <a:avLst/>
        </a:prstGeom>
        <a:solidFill>
          <a:schemeClr val="lt1">
            <a:alpha val="4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  <dsp:txBody>
        <a:bodyPr spcFirstLastPara="0" vert="horz" wrap="square" lIns="8467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b="1" kern="1200" dirty="0">
              <a:solidFill>
                <a:schemeClr val="tx1"/>
              </a:solidFill>
            </a:rPr>
            <a:t>Gender Attribute:</a:t>
          </a:r>
          <a:endParaRPr lang="en-US" sz="1600" kern="1200" dirty="0">
            <a:solidFill>
              <a:schemeClr val="tx1"/>
            </a:solidFill>
          </a:endParaRPr>
        </a:p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solidFill>
                <a:schemeClr val="tx1"/>
              </a:solidFill>
            </a:rPr>
            <a:t> The above plot shows that from the data, 62% records are of female gender and 38% are of male gender</a:t>
          </a:r>
          <a:r>
            <a:rPr lang="en-US" sz="1100" kern="1200" dirty="0">
              <a:solidFill>
                <a:schemeClr val="tx1"/>
              </a:solidFill>
            </a:rPr>
            <a:t>.</a:t>
          </a:r>
          <a:endParaRPr lang="en-IN" sz="1100" kern="1200" dirty="0">
            <a:solidFill>
              <a:schemeClr val="tx1"/>
            </a:solidFill>
          </a:endParaRPr>
        </a:p>
      </dsp:txBody>
      <dsp:txXfrm>
        <a:off x="931678" y="406033"/>
        <a:ext cx="4000440" cy="1250137"/>
      </dsp:txXfrm>
    </dsp:sp>
    <dsp:sp modelId="{BCE455BF-DBB9-4EA9-87C1-54264A0362F2}">
      <dsp:nvSpPr>
        <dsp:cNvPr id="0" name=""/>
        <dsp:cNvSpPr/>
      </dsp:nvSpPr>
      <dsp:spPr>
        <a:xfrm>
          <a:off x="764993" y="225458"/>
          <a:ext cx="875096" cy="1312644"/>
        </a:xfrm>
        <a:prstGeom prst="rect">
          <a:avLst/>
        </a:prstGeom>
        <a:blipFill dpi="0" rotWithShape="1"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637" t="-8195" r="-637" b="-8195"/>
          </a:stretch>
        </a:blip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DE4CEB6E-CADA-4CC8-9976-875255946156}">
      <dsp:nvSpPr>
        <dsp:cNvPr id="0" name=""/>
        <dsp:cNvSpPr/>
      </dsp:nvSpPr>
      <dsp:spPr>
        <a:xfrm>
          <a:off x="931678" y="1979818"/>
          <a:ext cx="4000440" cy="1250137"/>
        </a:xfrm>
        <a:prstGeom prst="rect">
          <a:avLst/>
        </a:prstGeom>
        <a:solidFill>
          <a:schemeClr val="lt1">
            <a:alpha val="4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  <dsp:txBody>
        <a:bodyPr spcFirstLastPara="0" vert="horz" wrap="square" lIns="8467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u="none" kern="1200" dirty="0">
              <a:solidFill>
                <a:schemeClr val="tx1"/>
              </a:solidFill>
            </a:rPr>
            <a:t>Home Ownership Attribute</a:t>
          </a:r>
        </a:p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solidFill>
                <a:schemeClr val="tx1"/>
              </a:solidFill>
            </a:rPr>
            <a:t>65% of the records have their own home, while 35% don't own a home</a:t>
          </a:r>
          <a:r>
            <a:rPr lang="en-US" sz="1100" kern="1200" dirty="0">
              <a:solidFill>
                <a:schemeClr val="tx1"/>
              </a:solidFill>
            </a:rPr>
            <a:t>. </a:t>
          </a:r>
          <a:endParaRPr lang="en-IN" sz="1100" kern="1200" dirty="0">
            <a:solidFill>
              <a:schemeClr val="tx1"/>
            </a:solidFill>
          </a:endParaRPr>
        </a:p>
      </dsp:txBody>
      <dsp:txXfrm>
        <a:off x="931678" y="1979818"/>
        <a:ext cx="4000440" cy="1250137"/>
      </dsp:txXfrm>
    </dsp:sp>
    <dsp:sp modelId="{E184B120-A8AC-4C75-81EE-6E326E1B515B}">
      <dsp:nvSpPr>
        <dsp:cNvPr id="0" name=""/>
        <dsp:cNvSpPr/>
      </dsp:nvSpPr>
      <dsp:spPr>
        <a:xfrm>
          <a:off x="764993" y="1799242"/>
          <a:ext cx="875096" cy="1312644"/>
        </a:xfrm>
        <a:prstGeom prst="rect">
          <a:avLst/>
        </a:prstGeom>
        <a:blipFill dpi="0" rotWithShape="1"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8258" t="7749" r="8258" b="7749"/>
          </a:stretch>
        </a:blip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11320440-431A-4FEE-AEF5-7C6DEEE999B8}">
      <dsp:nvSpPr>
        <dsp:cNvPr id="0" name=""/>
        <dsp:cNvSpPr/>
      </dsp:nvSpPr>
      <dsp:spPr>
        <a:xfrm>
          <a:off x="931678" y="3553602"/>
          <a:ext cx="4000440" cy="1250137"/>
        </a:xfrm>
        <a:prstGeom prst="rect">
          <a:avLst/>
        </a:prstGeom>
        <a:solidFill>
          <a:schemeClr val="lt1">
            <a:alpha val="4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  <dsp:txBody>
        <a:bodyPr spcFirstLastPara="0" vert="horz" wrap="square" lIns="8467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>
              <a:solidFill>
                <a:schemeClr val="tx1"/>
              </a:solidFill>
            </a:rPr>
            <a:t>Car Ownership Attribute </a:t>
          </a:r>
        </a:p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solidFill>
                <a:schemeClr val="tx1"/>
              </a:solidFill>
            </a:rPr>
            <a:t>From the above plot, we can see that 42% of the records have their own car and 58% don’t own a car.</a:t>
          </a:r>
          <a:endParaRPr lang="en-IN" sz="1600" kern="1200" dirty="0">
            <a:solidFill>
              <a:schemeClr val="tx1"/>
            </a:solidFill>
          </a:endParaRPr>
        </a:p>
      </dsp:txBody>
      <dsp:txXfrm>
        <a:off x="931678" y="3553602"/>
        <a:ext cx="4000440" cy="1250137"/>
      </dsp:txXfrm>
    </dsp:sp>
    <dsp:sp modelId="{A703D2C7-90EE-4141-A5B6-C01B7F9699D9}">
      <dsp:nvSpPr>
        <dsp:cNvPr id="0" name=""/>
        <dsp:cNvSpPr/>
      </dsp:nvSpPr>
      <dsp:spPr>
        <a:xfrm>
          <a:off x="764993" y="3373027"/>
          <a:ext cx="875096" cy="1312644"/>
        </a:xfrm>
        <a:prstGeom prst="rect">
          <a:avLst/>
        </a:prstGeom>
        <a:blipFill dpi="0" rotWithShape="1">
          <a:blip xmlns:r="http://schemas.openxmlformats.org/officeDocument/2006/relationships" r:embed="rId3"/>
          <a:srcRect/>
          <a:stretch>
            <a:fillRect l="5521" t="1371" r="5521" b="1371"/>
          </a:stretch>
        </a:blip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AC88222-B4FB-4BA1-89AB-CE19212AEAA6}">
      <dsp:nvSpPr>
        <dsp:cNvPr id="0" name=""/>
        <dsp:cNvSpPr/>
      </dsp:nvSpPr>
      <dsp:spPr>
        <a:xfrm>
          <a:off x="76746" y="0"/>
          <a:ext cx="2322760" cy="100860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 dirty="0"/>
            <a:t>Outliers in</a:t>
          </a:r>
          <a:r>
            <a:rPr lang="en-IN" sz="2000" i="1" kern="1200" dirty="0"/>
            <a:t> 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 dirty="0" err="1"/>
            <a:t>Annual_Income</a:t>
          </a:r>
          <a:r>
            <a:rPr lang="en-IN" sz="2000" kern="1200" dirty="0"/>
            <a:t>:</a:t>
          </a:r>
        </a:p>
      </dsp:txBody>
      <dsp:txXfrm>
        <a:off x="76746" y="0"/>
        <a:ext cx="2322760" cy="1008604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4428428-1930-4306-83C0-E03A512958E1}">
      <dsp:nvSpPr>
        <dsp:cNvPr id="0" name=""/>
        <dsp:cNvSpPr/>
      </dsp:nvSpPr>
      <dsp:spPr>
        <a:xfrm>
          <a:off x="448371" y="0"/>
          <a:ext cx="2854741" cy="87069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 dirty="0"/>
            <a:t>Outliers in </a:t>
          </a:r>
          <a:r>
            <a:rPr lang="en-IN" sz="2000" kern="1200" dirty="0" err="1"/>
            <a:t>Days_Employed</a:t>
          </a:r>
          <a:endParaRPr lang="en-IN" sz="2000" kern="1200" dirty="0"/>
        </a:p>
      </dsp:txBody>
      <dsp:txXfrm>
        <a:off x="448371" y="0"/>
        <a:ext cx="2854741" cy="870696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4428428-1930-4306-83C0-E03A512958E1}">
      <dsp:nvSpPr>
        <dsp:cNvPr id="0" name=""/>
        <dsp:cNvSpPr/>
      </dsp:nvSpPr>
      <dsp:spPr>
        <a:xfrm>
          <a:off x="1" y="0"/>
          <a:ext cx="4616009" cy="646140"/>
        </a:xfrm>
        <a:prstGeom prst="rect">
          <a:avLst/>
        </a:prstGeom>
        <a:gradFill rotWithShape="1">
          <a:gsLst>
            <a:gs pos="0">
              <a:schemeClr val="accent6">
                <a:satMod val="103000"/>
                <a:lumMod val="102000"/>
                <a:tint val="94000"/>
              </a:schemeClr>
            </a:gs>
            <a:gs pos="50000">
              <a:schemeClr val="accent6">
                <a:satMod val="110000"/>
                <a:lumMod val="100000"/>
                <a:shade val="100000"/>
              </a:schemeClr>
            </a:gs>
            <a:gs pos="100000">
              <a:schemeClr val="accent6"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6"/>
          </a:solidFill>
          <a:prstDash val="solid"/>
          <a:miter lim="800000"/>
        </a:ln>
        <a:effectLst/>
      </dsp:spPr>
      <dsp:style>
        <a:lnRef idx="1">
          <a:schemeClr val="accent6"/>
        </a:lnRef>
        <a:fillRef idx="3">
          <a:schemeClr val="accent6"/>
        </a:fillRef>
        <a:effectRef idx="2">
          <a:schemeClr val="accent6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kern="1200" dirty="0"/>
            <a:t>After Outlier Treatment </a:t>
          </a:r>
          <a:r>
            <a:rPr lang="en-IN" sz="1600" kern="1200" dirty="0" err="1"/>
            <a:t>Days_Employed</a:t>
          </a:r>
          <a:endParaRPr lang="en-IN" sz="1600" kern="1200" dirty="0"/>
        </a:p>
      </dsp:txBody>
      <dsp:txXfrm>
        <a:off x="1" y="0"/>
        <a:ext cx="4616009" cy="646140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3">
  <dgm:title val=""/>
  <dgm:desc val=""/>
  <dgm:catLst>
    <dgm:cat type="hierarchy" pri="7000"/>
    <dgm:cat type="list" pri="23000"/>
    <dgm:cat type="relationship" pri="15000"/>
    <dgm:cat type="convert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  <dgm:cxn modelId="7" srcId="0" destId="2" srcOrd="1" destOrd="0"/>
        <dgm:cxn modelId="8" srcId="2" destId="21" srcOrd="0" destOrd="0"/>
        <dgm:cxn modelId="9" srcId="2" destId="2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w" for="des" forName="rootComposite" refType="w"/>
      <dgm:constr type="h" for="des" forName="rootComposite" refType="w" fact="0.5"/>
      <dgm:constr type="w" for="des" forName="childText" refType="w" refFor="des" refForName="rootComposite" fact="0.8"/>
      <dgm:constr type="h" for="des" forName="childText" refType="h" refFor="des" refForName="rootComposite"/>
      <dgm:constr type="sibSp" refType="w" refFor="des" refForName="rootComposite" fact="0.25"/>
      <dgm:constr type="sibSp" for="des" forName="childShape" refType="h" refFor="des" refForName="childText" fact="0.25"/>
      <dgm:constr type="sp" for="des" forName="root" refType="h" refFor="des" refForName="childText" fact="0.25"/>
    </dgm:constrLst>
    <dgm:ruleLst/>
    <dgm:forEach name="Name3" axis="ch">
      <dgm:forEach name="Name4" axis="self" ptType="node" cnt="1">
        <dgm:layoutNode name="root">
          <dgm:choose name="Name5">
            <dgm:if name="Name6" func="var" arg="dir" op="equ" val="norm">
              <dgm:alg type="hierRoot">
                <dgm:param type="hierAlign" val="tL"/>
              </dgm:alg>
            </dgm:if>
            <dgm:else name="Name7">
              <dgm:alg type="hierRoot">
                <dgm:param type="hierAlign" val="t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alignOff" val="0.2"/>
          </dgm:constrLst>
          <dgm:ruleLst/>
          <dgm:layoutNode name="rootComposite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8">
              <dgm:if name="Name9" func="var" arg="dir" op="equ" val="norm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l" for="ch" forName="rootConnector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if>
              <dgm:else name="Name10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r" for="ch" forName="rootConnector" refType="w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else>
            </dgm:choose>
            <dgm:ruleLst/>
            <dgm:layoutNode name="rootText" styleLbl="node1"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rootConnector" moveWith="rootText">
              <dgm:alg type="sp"/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self" ptType="node" cnt="1"/>
              <dgm:constrLst/>
              <dgm:ruleLst/>
            </dgm:layoutNode>
          </dgm:layoutNode>
          <dgm:layoutNode name="childShape">
            <dgm:alg type="hierChild">
              <dgm:param type="chAlign" val="l"/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parTrans" cnt="1">
                <dgm:layoutNode name="Name13">
                  <dgm:choose name="Name14">
                    <dgm:if name="Name15" func="var" arg="dir" op="equ" val="norm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L"/>
                      </dgm:alg>
                    </dgm:if>
                    <dgm:else name="Name16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7" axis="self" ptType="node">
                <dgm:layoutNode name="childText" styleLbl="bgAcc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self desOrSelf" ptType="node node" st="1 1" cnt="1 0"/>
                  <dgm:constrLst>
                    <dgm:constr type="tMarg" refType="primFontSz" fact="0.1"/>
                    <dgm:constr type="bMarg" refType="primFontSz" fact="0.1"/>
                    <dgm:constr type="lMarg" refType="primFontSz" fact="0.15"/>
                    <dgm:constr type="rMarg" refType="primFontSz" fact="0.15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PictureLineup">
  <dgm:title val=""/>
  <dgm:desc val=""/>
  <dgm:catLst>
    <dgm:cat type="picture" pri="19000"/>
    <dgm:cat type="pictureconvert" pri="190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  <dgm:pt modelId="40">
          <dgm:prSet phldr="1"/>
        </dgm:pt>
        <dgm:pt modelId="4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  <dgm:cxn modelId="70" srcId="0" destId="40" srcOrd="3" destOrd="0"/>
        <dgm:cxn modelId="42" srcId="30" destId="41" srcOrd="0" destOrd="0"/>
      </dgm:cxnLst>
      <dgm:bg/>
      <dgm:whole/>
    </dgm:dataModel>
  </dgm:clrData>
  <dgm:layoutNode name="Name0">
    <dgm:varLst>
      <dgm:chMax/>
      <dgm:chPref/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constrLst>
      <dgm:constr type="primFontSz" for="des" forName="Parent" op="equ" val="65"/>
      <dgm:constr type="primFontSz" for="des" forName="Parent" refType="primFontSz" refFor="des" refForName="Parent" op="lte"/>
      <dgm:constr type="w" for="ch" forName="composite" refType="w"/>
      <dgm:constr type="h" for="ch" forName="composite" refType="h"/>
      <dgm:constr type="sp" refType="w" refFor="ch" refForName="composite" op="equ" fact="0"/>
      <dgm:constr type="w" for="ch" forName="sibTrans" refType="w" refFor="ch" refForName="composite" op="equ" fact="0.0001"/>
      <dgm:constr type="h" for="ch" forName="sibTrans" refType="w" refFor="ch" refForName="sibTrans" op="equ"/>
    </dgm:constrLst>
    <dgm:forEach name="nodesForEach" axis="ch" ptType="node">
      <dgm:layoutNode name="composite">
        <dgm:alg type="composite">
          <dgm:param type="ar" val="0.5"/>
        </dgm:alg>
        <dgm:shape xmlns:r="http://schemas.openxmlformats.org/officeDocument/2006/relationships" r:blip="">
          <dgm:adjLst/>
        </dgm:shape>
        <dgm:choose name="Name4">
          <dgm:if name="Name5" func="var" arg="dir" op="equ" val="norm">
            <dgm:constrLst>
              <dgm:constr type="l" for="ch" forName="Image" refType="w" fact="0"/>
              <dgm:constr type="t" for="ch" forName="Image" refType="h" fact="0"/>
              <dgm:constr type="w" for="ch" forName="Image" refType="h" fact="0.5"/>
              <dgm:constr type="h" for="ch" forName="Image" refType="w"/>
              <dgm:constr type="l" for="ch" forName="Accent" refType="w" fact="0"/>
              <dgm:constr type="t" for="ch" forName="Accent" refType="h" fact="0"/>
              <dgm:constr type="w" for="ch" forName="Accent" refType="w" fact="0.0001"/>
              <dgm:constr type="h" for="ch" forName="Accent" refType="h"/>
              <dgm:constr type="l" for="ch" forName="Parent" refType="w" fact="0"/>
              <dgm:constr type="t" for="ch" forName="Parent" refType="h" fact="0.5"/>
              <dgm:constr type="w" for="ch" forName="Parent" refType="w"/>
            </dgm:constrLst>
          </dgm:if>
          <dgm:else name="Name6">
            <dgm:constrLst>
              <dgm:constr type="l" for="ch" forName="Image" refType="w" fact="0"/>
              <dgm:constr type="t" for="ch" forName="Image" refType="h" fact="0"/>
              <dgm:constr type="w" for="ch" forName="Image" refType="h" fact="0.5"/>
              <dgm:constr type="h" for="ch" forName="Image" refType="w"/>
              <dgm:constr type="r" for="ch" forName="Accent" refType="w"/>
              <dgm:constr type="t" for="ch" forName="Accent" refType="h" fact="0"/>
              <dgm:constr type="w" for="ch" forName="Accent" refType="w" fact="0.0001"/>
              <dgm:constr type="h" for="ch" forName="Accent" refType="h"/>
              <dgm:constr type="l" for="ch" forName="Parent" refType="w" fact="0"/>
              <dgm:constr type="t" for="ch" forName="Parent" refType="h" fact="0.5"/>
              <dgm:constr type="w" for="ch" forName="Parent" refType="w"/>
            </dgm:constrLst>
          </dgm:else>
        </dgm:choose>
        <dgm:layoutNode name="Image" styleLbl="alignNode1">
          <dgm:alg type="sp"/>
          <dgm:shape xmlns:r="http://schemas.openxmlformats.org/officeDocument/2006/relationships" type="rect" r:blip="" blipPhldr="1">
            <dgm:adjLst/>
          </dgm:shape>
          <dgm:presOf/>
        </dgm:layoutNode>
        <dgm:layoutNode name="Accent" styleLbl="parChTrans1D1">
          <dgm:alg type="sp"/>
          <dgm:shape xmlns:r="http://schemas.openxmlformats.org/officeDocument/2006/relationships" type="line" r:blip="">
            <dgm:adjLst/>
          </dgm:shape>
          <dgm:presOf/>
        </dgm:layoutNode>
        <dgm:layoutNode name="Parent" styleLbl="revTx">
          <dgm:varLst>
            <dgm:chMax val="0"/>
            <dgm:chPref val="0"/>
            <dgm:bulletEnabled val="1"/>
          </dgm:varLst>
          <dgm:alg type="tx">
            <dgm:param type="parTxLTRAlign" val="l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PictureStrips">
  <dgm:title val=""/>
  <dgm:desc val=""/>
  <dgm:catLst>
    <dgm:cat type="list" pri="12500"/>
    <dgm:cat type="picture" pri="13000"/>
    <dgm:cat type="pictureconvert" pri="130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40" srcId="0" destId="10" srcOrd="0" destOrd="0"/>
        <dgm:cxn modelId="5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  <dgm:cxn modelId="70" srcId="0" destId="40" srcOrd="2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snake">
          <dgm:param type="off" val="ctr"/>
        </dgm:alg>
      </dgm:if>
      <dgm:else name="Name3">
        <dgm:alg type="snake">
          <dgm:param type="off" val="ctr"/>
          <dgm:param type="grDir" val="tR"/>
        </dgm:alg>
      </dgm:else>
    </dgm:choose>
    <dgm:shape xmlns:r="http://schemas.openxmlformats.org/officeDocument/2006/relationships" r:blip="">
      <dgm:adjLst/>
    </dgm:shape>
    <dgm:constrLst>
      <dgm:constr type="primFontSz" for="des" ptType="node" op="equ" val="65"/>
      <dgm:constr type="w" for="ch" forName="composite" refType="w"/>
      <dgm:constr type="h" for="ch" forName="composite" refType="h"/>
      <dgm:constr type="sp" refType="h" refFor="ch" refForName="composite" op="equ" fact="0.1"/>
      <dgm:constr type="h" for="ch" forName="sibTrans" refType="h" refFor="ch" refForName="composite" op="equ" fact="0.1"/>
      <dgm:constr type="w" for="ch" forName="sibTrans" refType="h" refFor="ch" refForName="sibTrans" op="equ"/>
    </dgm:constrLst>
    <dgm:forEach name="nodesForEach" axis="ch" ptType="node">
      <dgm:layoutNode name="composite">
        <dgm:alg type="composite">
          <dgm:param type="ar" val="3"/>
        </dgm:alg>
        <dgm:shape xmlns:r="http://schemas.openxmlformats.org/officeDocument/2006/relationships" r:blip="">
          <dgm:adjLst/>
        </dgm:shape>
        <dgm:choose name="Name4">
          <dgm:if name="Name5" func="var" arg="dir" op="equ" val="norm">
            <dgm:constrLst>
              <dgm:constr type="l" for="ch" forName="rect1" refType="w" fact="0.04"/>
              <dgm:constr type="t" for="ch" forName="rect1" refType="h" fact="0.13"/>
              <dgm:constr type="w" for="ch" forName="rect1" refType="w" fact="0.96"/>
              <dgm:constr type="h" for="ch" forName="rect1" refType="h" fact="0.9"/>
              <dgm:constr type="l" for="ch" forName="rect2" refType="w" fact="0"/>
              <dgm:constr type="t" for="ch" forName="rect2" refType="h" fact="0"/>
              <dgm:constr type="w" for="ch" forName="rect2" refType="w" fact="0.21"/>
              <dgm:constr type="h" for="ch" forName="rect2" refType="w" fact="0.315"/>
            </dgm:constrLst>
          </dgm:if>
          <dgm:else name="Name6">
            <dgm:constrLst>
              <dgm:constr type="l" for="ch" forName="rect1" refType="w" fact="0"/>
              <dgm:constr type="t" for="ch" forName="rect1" refType="h" fact="0.13"/>
              <dgm:constr type="w" for="ch" forName="rect1" refType="w" fact="0.96"/>
              <dgm:constr type="h" for="ch" forName="rect1" refType="h" fact="0.9"/>
              <dgm:constr type="l" for="ch" forName="rect2" refType="w" fact="0.79"/>
              <dgm:constr type="t" for="ch" forName="rect2" refType="h" fact="0"/>
              <dgm:constr type="w" for="ch" forName="rect2" refType="w" fact="0.21"/>
              <dgm:constr type="h" for="ch" forName="rect2" refType="w" fact="0.315"/>
            </dgm:constrLst>
          </dgm:else>
        </dgm:choose>
        <dgm:layoutNode name="rect1" styleLbl="trAlignAcc1">
          <dgm:varLst>
            <dgm:bulletEnabled val="1"/>
          </dgm:varLst>
          <dgm:alg type="tx">
            <dgm:param type="parTxLTRAlign" val="l"/>
          </dgm:alg>
          <dgm:shape xmlns:r="http://schemas.openxmlformats.org/officeDocument/2006/relationships" type="rect" r:blip="">
            <dgm:adjLst/>
          </dgm:shape>
          <dgm:presOf axis="desOrSelf" ptType="node"/>
          <dgm:choose name="Name7">
            <dgm:if name="Name8" func="var" arg="dir" op="equ" val="norm">
              <dgm:constrLst>
                <dgm:constr type="lMarg" refType="w" fact="0.6"/>
                <dgm:constr type="rMarg" refType="primFontSz" fact="0.3"/>
                <dgm:constr type="tMarg" refType="primFontSz" fact="0.3"/>
                <dgm:constr type="bMarg" refType="primFontSz" fact="0.3"/>
              </dgm:constrLst>
            </dgm:if>
            <dgm:else name="Name9">
              <dgm:constrLst>
                <dgm:constr type="lMarg" refType="primFontSz" fact="0.3"/>
                <dgm:constr type="rMarg" refType="w" fact="0.6"/>
                <dgm:constr type="tMarg" refType="primFontSz" fact="0.3"/>
                <dgm:constr type="bMarg" refType="primFontSz" fact="0.3"/>
              </dgm:constrLst>
            </dgm:else>
          </dgm:choose>
          <dgm:ruleLst>
            <dgm:rule type="primFontSz" val="5" fact="NaN" max="NaN"/>
          </dgm:ruleLst>
        </dgm:layoutNode>
        <dgm:layoutNode name="rect2" styleLbl="fgImgPlace1">
          <dgm:alg type="sp"/>
          <dgm:shape xmlns:r="http://schemas.openxmlformats.org/officeDocument/2006/relationships" type="rect" r:blip="" blipPhldr="1">
            <dgm:adjLst/>
          </dgm:shape>
          <dgm:presOf/>
        </dgm:layoutNod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9/3/layout/HorizontalOrganizationChart">
  <dgm:title val=""/>
  <dgm:desc val=""/>
  <dgm:catLst>
    <dgm:cat type="hierarchy" pri="43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305"/>
      <dgm:constr type="w" for="des" forName="rootComposite" refType="w" fact="10"/>
      <dgm:constr type="h" for="des" forName="rootComposite" refType="w" refFor="des" refForName="rootComposite1" fact="0.305"/>
      <dgm:constr type="w" for="des" forName="rootComposite3" refType="w" fact="10"/>
      <dgm:constr type="h" for="des" forName="rootComposite3" refType="w" refFor="des" refForName="rootComposite1" fact="0.305"/>
      <dgm:constr type="primFontSz" for="des" ptType="node" op="equ"/>
      <dgm:constr type="sp" for="des" op="equ"/>
      <dgm:constr type="sp" for="des" forName="hierRoot1" refType="w" refFor="des" refForName="rootComposite1" fact="0.2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125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125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func="var" arg="dir" op="equ" val="norm">
                  <dgm:alg type="hierRoot">
                    <dgm:param type="hierAlign" val="lT"/>
                  </dgm:alg>
                  <dgm:constrLst>
                    <dgm:constr type="alignOff" val="0.75"/>
                  </dgm:constrLst>
                </dgm:if>
                <dgm:else name="Name9">
                  <dgm:alg type="hierRoot">
                    <dgm:param type="hierAlign" val="rT"/>
                  </dgm:alg>
                  <dgm:constrLst>
                    <dgm:constr type="alignOff" val="0.75"/>
                  </dgm:constrLst>
                </dgm:else>
              </dgm:choose>
            </dgm:if>
            <dgm:if name="Name10" func="var" arg="hierBranch" op="equ" val="r">
              <dgm:choose name="Name11">
                <dgm:if name="Name12" func="var" arg="dir" op="equ" val="norm">
                  <dgm:alg type="hierRoot">
                    <dgm:param type="hierAlign" val="lB"/>
                  </dgm:alg>
                  <dgm:constrLst>
                    <dgm:constr type="alignOff" val="0.75"/>
                  </dgm:constrLst>
                </dgm:if>
                <dgm:else name="Name13">
                  <dgm:alg type="hierRoot">
                    <dgm:param type="hierAlign" val="rB"/>
                  </dgm:alg>
                  <dgm:constrLst>
                    <dgm:constr type="alignOff" val="0.75"/>
                  </dgm:constrLst>
                </dgm:else>
              </dgm:choose>
            </dgm:if>
            <dgm:if name="Name14" func="var" arg="hierBranch" op="equ" val="hang">
              <dgm:choose name="Name15">
                <dgm:if name="Name16" func="var" arg="dir" op="equ" val="norm">
                  <dgm:alg type="hierRoot">
                    <dgm:param type="hierAlign" val="lCtrCh"/>
                  </dgm:alg>
                  <dgm:constrLst>
                    <dgm:constr type="alignOff" val="0.65"/>
                  </dgm:constrLst>
                </dgm:if>
                <dgm:else name="Name17">
                  <dgm:alg type="hierRoot">
                    <dgm:param type="hierAlign" val="rCtrCh"/>
                  </dgm:alg>
                  <dgm:constrLst>
                    <dgm:constr type="alignOff" val="0.65"/>
                  </dgm:constrLst>
                </dgm:else>
              </dgm:choose>
            </dgm:if>
            <dgm:else name="Name18">
              <dgm:choose name="Name19">
                <dgm:if name="Name20" func="var" arg="dir" op="equ" val="norm">
                  <dgm:alg type="hierRoot">
                    <dgm:param type="hierAlign" val="lCtrCh"/>
                  </dgm:alg>
                  <dgm:constrLst>
                    <dgm:constr type="alignOff"/>
                    <dgm:constr type="bendDist" for="des" ptType="parTrans" refType="sp" fact="0.5"/>
                  </dgm:constrLst>
                </dgm:if>
                <dgm:else name="Name21">
                  <dgm:alg type="hierRoot">
                    <dgm:param type="hierAlign" val="rCtrCh"/>
                  </dgm:alg>
                  <dgm:constrLst>
                    <dgm:constr type="alignOff"/>
                    <dgm:constr type="bendDist" for="des" ptType="parTrans" refType="sp" fact="0.5"/>
                  </dgm:constrLst>
                </dgm:else>
              </dgm:choose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22">
              <dgm:if name="Name23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24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25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6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7">
              <dgm:if name="Name28" func="var" arg="hierBranch" op="equ" val="l">
                <dgm:choose name="Name29">
                  <dgm:if name="Name30" func="var" arg="dir" op="equ" val="norm">
                    <dgm:alg type="hierChild">
                      <dgm:param type="chAlign" val="t"/>
                      <dgm:param type="linDir" val="fromL"/>
                    </dgm:alg>
                  </dgm:if>
                  <dgm:else name="Name31">
                    <dgm:alg type="hierChild">
                      <dgm:param type="chAlign" val="t"/>
                      <dgm:param type="linDir" val="fromR"/>
                    </dgm:alg>
                  </dgm:else>
                </dgm:choose>
              </dgm:if>
              <dgm:if name="Name32" func="var" arg="hierBranch" op="equ" val="r">
                <dgm:choose name="Name33">
                  <dgm:if name="Name34" func="var" arg="dir" op="equ" val="norm">
                    <dgm:alg type="hierChild">
                      <dgm:param type="chAlign" val="b"/>
                      <dgm:param type="linDir" val="fromL"/>
                    </dgm:alg>
                  </dgm:if>
                  <dgm:else name="Name35">
                    <dgm:alg type="hierChild">
                      <dgm:param type="chAlign" val="b"/>
                      <dgm:param type="linDir" val="fromR"/>
                    </dgm:alg>
                  </dgm:else>
                </dgm:choose>
              </dgm:if>
              <dgm:if name="Name36" func="var" arg="hierBranch" op="equ" val="hang">
                <dgm:choose name="Name37">
                  <dgm:if name="Name38" func="var" arg="dir" op="equ" val="norm">
                    <dgm:alg type="hierChild">
                      <dgm:param type="chAlign" val="l"/>
                      <dgm:param type="linDir" val="fromT"/>
                      <dgm:param type="secChAlign" val="t"/>
                      <dgm:param type="secLinDir" val="fromL"/>
                    </dgm:alg>
                  </dgm:if>
                  <dgm:else name="Name39">
                    <dgm:alg type="hierChild">
                      <dgm:param type="chAlign" val="r"/>
                      <dgm:param type="linDir" val="fromT"/>
                      <dgm:param type="secChAlign" val="t"/>
                      <dgm:param type="secLinDir" val="fromR"/>
                    </dgm:alg>
                  </dgm:else>
                </dgm:choose>
              </dgm:if>
              <dgm:else name="Name40">
                <dgm:choose name="Name41">
                  <dgm:if name="Name42" func="var" arg="dir" op="equ" val="norm">
                    <dgm:alg type="hierChild">
                      <dgm:param type="linDir" val="fromT"/>
                      <dgm:param type="chAlign" val="l"/>
                    </dgm:alg>
                  </dgm:if>
                  <dgm:else name="Name43">
                    <dgm:alg type="hierChild">
                      <dgm:param type="linDir" val="fromT"/>
                      <dgm:param type="chAlign" val="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44" axis="precedSib" ptType="parTrans" st="-1" cnt="1">
                <dgm:choose name="Name45">
                  <dgm:if name="Name46" func="var" arg="hierBranch" op="equ" val="hang">
                    <dgm:layoutNode name="Name47">
                      <dgm:choose name="Name48">
                        <dgm:if name="Name49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bCtr tCtr"/>
                          </dgm:alg>
                        </dgm:if>
                        <dgm:else name="Name50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bCtr t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51" func="var" arg="hierBranch" op="equ" val="l">
                    <dgm:layoutNode name="Name52">
                      <dgm:choose name="Name53">
                        <dgm:if name="Name54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tCtr"/>
                          </dgm:alg>
                        </dgm:if>
                        <dgm:else name="Name55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t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56" func="var" arg="hierBranch" op="equ" val="r">
                    <dgm:layoutNode name="Name57">
                      <dgm:choose name="Name58">
                        <dgm:if name="Name59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bCtr"/>
                          </dgm:alg>
                        </dgm:if>
                        <dgm:else name="Name60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b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61">
                    <dgm:choose name="Name62">
                      <dgm:if name="Name63" func="var" arg="dir" op="equ" val="norm">
                        <dgm:layoutNode name="Name64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midL"/>
                            <dgm:param type="bendPt" val="end"/>
                          </dgm:alg>
                          <dgm:shape xmlns:r="http://schemas.openxmlformats.org/officeDocument/2006/relationships" type="conn" r:blip="" zOrderOff="-99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if>
                      <dgm:else name="Name65">
                        <dgm:layoutNode name="Name66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midR"/>
                            <dgm:param type="bendPt" val="end"/>
                          </dgm:alg>
                          <dgm:shape xmlns:r="http://schemas.openxmlformats.org/officeDocument/2006/relationships" type="conn" r:blip="" zOrderOff="-99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else>
                    </dgm:choos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7">
                  <dgm:if name="Name68" func="var" arg="hierBranch" op="equ" val="l">
                    <dgm:choose name="Name69">
                      <dgm:if name="Name70" func="var" arg="dir" op="equ" val="norm">
                        <dgm:alg type="hierRoot">
                          <dgm:param type="hierAlign" val="lT"/>
                        </dgm:alg>
                        <dgm:constrLst>
                          <dgm:constr type="alignOff" val="0.75"/>
                        </dgm:constrLst>
                      </dgm:if>
                      <dgm:else name="Name71">
                        <dgm:alg type="hierRoot">
                          <dgm:param type="hierAlign" val="rT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72" func="var" arg="hierBranch" op="equ" val="r">
                    <dgm:choose name="Name73">
                      <dgm:if name="Name74" func="var" arg="dir" op="equ" val="norm">
                        <dgm:alg type="hierRoot">
                          <dgm:param type="hierAlign" val="lB"/>
                        </dgm:alg>
                        <dgm:constrLst>
                          <dgm:constr type="alignOff" val="0.75"/>
                        </dgm:constrLst>
                      </dgm:if>
                      <dgm:else name="Name75">
                        <dgm:alg type="hierRoot">
                          <dgm:param type="hierAlign" val="rB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76" func="var" arg="hierBranch" op="equ" val="hang">
                    <dgm:choose name="Name77">
                      <dgm:if name="Name78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 val="0.65"/>
                        </dgm:constrLst>
                      </dgm:if>
                      <dgm:else name="Name79">
                        <dgm:alg type="hierRoot">
                          <dgm:param type="hierAlign" val="rCtrCh"/>
                        </dgm:alg>
                        <dgm:constrLst>
                          <dgm:constr type="alignOff" val="0.65"/>
                        </dgm:constrLst>
                      </dgm:else>
                    </dgm:choose>
                  </dgm:if>
                  <dgm:else name="Name80">
                    <dgm:choose name="Name81">
                      <dgm:if name="Name82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if>
                      <dgm:else name="Name83">
                        <dgm:alg type="hierRoot">
                          <dgm:param type="hierAlign" val="r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84">
                    <dgm:if name="Name85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6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7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8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9">
                    <dgm:if name="Name90" func="var" arg="hierBranch" op="equ" val="l">
                      <dgm:choose name="Name91">
                        <dgm:if name="Name92" func="var" arg="dir" op="equ" val="norm">
                          <dgm:alg type="hierChild">
                            <dgm:param type="chAlign" val="t"/>
                            <dgm:param type="linDir" val="fromL"/>
                          </dgm:alg>
                        </dgm:if>
                        <dgm:else name="Name93">
                          <dgm:alg type="hierChild">
                            <dgm:param type="chAlign" val="t"/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r">
                      <dgm:choose name="Name95">
                        <dgm:if name="Name96" func="var" arg="dir" op="equ" val="norm">
                          <dgm:alg type="hierChild">
                            <dgm:param type="chAlign" val="b"/>
                            <dgm:param type="linDir" val="fromL"/>
                          </dgm:alg>
                        </dgm:if>
                        <dgm:else name="Name97">
                          <dgm:alg type="hierChild">
                            <dgm:param type="chAlign" val="b"/>
                            <dgm:param type="linDir" val="fromR"/>
                          </dgm:alg>
                        </dgm:else>
                      </dgm:choose>
                    </dgm:if>
                    <dgm:if name="Name98" func="var" arg="hierBranch" op="equ" val="hang">
                      <dgm:choose name="Name99">
                        <dgm:if name="Name100" func="var" arg="dir" op="equ" val="norm">
                          <dgm:alg type="hierChild">
                            <dgm:param type="chAlign" val="l"/>
                            <dgm:param type="linDir" val="fromT"/>
                            <dgm:param type="secChAlign" val="t"/>
                            <dgm:param type="secLinDir" val="fromL"/>
                          </dgm:alg>
                        </dgm:if>
                        <dgm:else name="Name101">
                          <dgm:alg type="hierChild">
                            <dgm:param type="chAlign" val="r"/>
                            <dgm:param type="linDir" val="fromT"/>
                            <dgm:param type="secChAlign" val="t"/>
                            <dgm:param type="secLinDir" val="fromR"/>
                          </dgm:alg>
                        </dgm:else>
                      </dgm:choose>
                    </dgm:if>
                    <dgm:else name="Name102">
                      <dgm:choose name="Name103">
                        <dgm:if name="Name104" func="var" arg="dir" op="equ" val="norm">
                          <dgm:alg type="hierChild">
                            <dgm:param type="linDir" val="fromT"/>
                            <dgm:param type="chAlign" val="l"/>
                          </dgm:alg>
                        </dgm:if>
                        <dgm:else name="Name105">
                          <dgm:alg type="hierChild">
                            <dgm:param type="linDir" val="fromT"/>
                            <dgm:param type="ch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a"/>
                </dgm:layoutNode>
                <dgm:layoutNode name="hierChild5">
                  <dgm:choose name="Name107">
                    <dgm:if name="Name108" func="var" arg="dir" op="equ" val="norm">
                      <dgm:alg type="hierChild">
                        <dgm:param type="chAlign" val="l"/>
                        <dgm:param type="linDir" val="fromT"/>
                        <dgm:param type="secChAlign" val="t"/>
                        <dgm:param type="secLinDir" val="fromL"/>
                      </dgm:alg>
                    </dgm:if>
                    <dgm:else name="Name109">
                      <dgm:alg type="hierChild">
                        <dgm:param type="chAlign" val="r"/>
                        <dgm:param type="linDir" val="fromT"/>
                        <dgm:param type="secChAlign" val="t"/>
                        <dgm:param type="sec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10" ref="rep2b"/>
                </dgm:layoutNode>
              </dgm:layoutNode>
            </dgm:forEach>
          </dgm:layoutNode>
          <dgm:layoutNode name="hierChild3">
            <dgm:choose name="Name111">
              <dgm:if name="Name112" func="var" arg="dir" op="equ" val="norm">
                <dgm:alg type="hierChild">
                  <dgm:param type="chAlign" val="l"/>
                  <dgm:param type="linDir" val="fromT"/>
                  <dgm:param type="secChAlign" val="t"/>
                  <dgm:param type="secLinDir" val="fromL"/>
                </dgm:alg>
              </dgm:if>
              <dgm:else name="Name113">
                <dgm:alg type="hierChild">
                  <dgm:param type="chAlign" val="r"/>
                  <dgm:param type="linDir" val="fromT"/>
                  <dgm:param type="secChAlign" val="t"/>
                  <dgm:param type="sec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4" axis="precedSib" ptType="parTrans" st="-1" cnt="1">
                <dgm:layoutNode name="Name115">
                  <dgm:choose name="Name116">
                    <dgm:if name="Name117" func="var" arg="dir" op="equ" val="norm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midR"/>
                        <dgm:param type="endPts" val="bCtr tCtr"/>
                      </dgm:alg>
                    </dgm:if>
                    <dgm:else name="Name11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midL"/>
                        <dgm:param type="endPts" val="bCtr tCtr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9">
                  <dgm:if name="Name120" func="var" arg="hierBranch" op="equ" val="l">
                    <dgm:choose name="Name121">
                      <dgm:if name="Name122" func="var" arg="dir" op="equ" val="norm">
                        <dgm:alg type="hierRoot">
                          <dgm:param type="hierAlign" val="lT"/>
                        </dgm:alg>
                        <dgm:constrLst>
                          <dgm:constr type="alignOff" val="0.75"/>
                        </dgm:constrLst>
                      </dgm:if>
                      <dgm:else name="Name123">
                        <dgm:alg type="hierRoot">
                          <dgm:param type="hierAlign" val="rT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124" func="var" arg="hierBranch" op="equ" val="r">
                    <dgm:choose name="Name125">
                      <dgm:if name="Name126" func="var" arg="dir" op="equ" val="norm">
                        <dgm:alg type="hierRoot">
                          <dgm:param type="hierAlign" val="lB"/>
                        </dgm:alg>
                        <dgm:constrLst>
                          <dgm:constr type="alignOff" val="0.75"/>
                        </dgm:constrLst>
                      </dgm:if>
                      <dgm:else name="Name127">
                        <dgm:alg type="hierRoot">
                          <dgm:param type="hierAlign" val="rB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128" func="var" arg="hierBranch" op="equ" val="hang">
                    <dgm:choose name="Name129">
                      <dgm:if name="Name130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 val="0.65"/>
                        </dgm:constrLst>
                      </dgm:if>
                      <dgm:else name="Name131">
                        <dgm:alg type="hierRoot">
                          <dgm:param type="hierAlign" val="rCtrCh"/>
                        </dgm:alg>
                        <dgm:constrLst>
                          <dgm:constr type="alignOff" val="0.65"/>
                        </dgm:constrLst>
                      </dgm:else>
                    </dgm:choose>
                  </dgm:if>
                  <dgm:else name="Name132">
                    <dgm:choose name="Name133">
                      <dgm:if name="Name134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if>
                      <dgm:else name="Name135">
                        <dgm:alg type="hierRoot">
                          <dgm:param type="hierAlign" val="r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36">
                    <dgm:if name="Name137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38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39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40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41">
                    <dgm:if name="Name142" func="var" arg="hierBranch" op="equ" val="l">
                      <dgm:choose name="Name143">
                        <dgm:if name="Name144" func="var" arg="dir" op="equ" val="norm">
                          <dgm:alg type="hierChild">
                            <dgm:param type="chAlign" val="t"/>
                            <dgm:param type="linDir" val="fromL"/>
                          </dgm:alg>
                        </dgm:if>
                        <dgm:else name="Name145">
                          <dgm:alg type="hierChild">
                            <dgm:param type="chAlign" val="t"/>
                            <dgm:param type="linDir" val="fromR"/>
                          </dgm:alg>
                        </dgm:else>
                      </dgm:choose>
                    </dgm:if>
                    <dgm:if name="Name146" func="var" arg="hierBranch" op="equ" val="r">
                      <dgm:choose name="Name147">
                        <dgm:if name="Name148" func="var" arg="dir" op="equ" val="norm">
                          <dgm:alg type="hierChild">
                            <dgm:param type="chAlign" val="b"/>
                            <dgm:param type="linDir" val="fromL"/>
                          </dgm:alg>
                        </dgm:if>
                        <dgm:else name="Name149">
                          <dgm:alg type="hierChild">
                            <dgm:param type="chAlign" val="b"/>
                            <dgm:param type="linDir" val="fromR"/>
                          </dgm:alg>
                        </dgm:else>
                      </dgm:choose>
                    </dgm:if>
                    <dgm:if name="Name150" func="var" arg="hierBranch" op="equ" val="hang">
                      <dgm:choose name="Name151">
                        <dgm:if name="Name152" func="var" arg="dir" op="equ" val="norm">
                          <dgm:alg type="hierChild">
                            <dgm:param type="chAlign" val="l"/>
                            <dgm:param type="linDir" val="fromT"/>
                            <dgm:param type="secChAlign" val="t"/>
                            <dgm:param type="secLinDir" val="fromL"/>
                          </dgm:alg>
                        </dgm:if>
                        <dgm:else name="Name153">
                          <dgm:alg type="hierChild">
                            <dgm:param type="chAlign" val="r"/>
                            <dgm:param type="linDir" val="fromT"/>
                            <dgm:param type="secChAlign" val="t"/>
                            <dgm:param type="secLinDir" val="fromR"/>
                          </dgm:alg>
                        </dgm:else>
                      </dgm:choose>
                    </dgm:if>
                    <dgm:else name="Name154">
                      <dgm:choose name="Name155">
                        <dgm:if name="Name156" func="var" arg="dir" op="equ" val="norm">
                          <dgm:alg type="hierChild">
                            <dgm:param type="linDir" val="fromT"/>
                            <dgm:param type="chAlign" val="l"/>
                          </dgm:alg>
                        </dgm:if>
                        <dgm:else name="Name157">
                          <dgm:alg type="hierChild">
                            <dgm:param type="linDir" val="fromT"/>
                            <dgm:param type="ch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58" ref="rep2a"/>
                </dgm:layoutNode>
                <dgm:layoutNode name="hierChild7">
                  <dgm:choose name="Name159">
                    <dgm:if name="Name160" func="var" arg="dir" op="equ" val="norm">
                      <dgm:alg type="hierChild">
                        <dgm:param type="chAlign" val="l"/>
                        <dgm:param type="linDir" val="fromT"/>
                        <dgm:param type="secChAlign" val="t"/>
                        <dgm:param type="secLinDir" val="fromL"/>
                      </dgm:alg>
                    </dgm:if>
                    <dgm:else name="Name161">
                      <dgm:alg type="hierChild">
                        <dgm:param type="chAlign" val="r"/>
                        <dgm:param type="linDir" val="fromT"/>
                        <dgm:param type="secChAlign" val="t"/>
                        <dgm:param type="sec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62" ref="rep2b"/>
                </dgm:layoutNode>
              </dgm:layoutNode>
            </dgm:forEach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9/3/layout/HorizontalOrganizationChart">
  <dgm:title val=""/>
  <dgm:desc val=""/>
  <dgm:catLst>
    <dgm:cat type="hierarchy" pri="43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305"/>
      <dgm:constr type="w" for="des" forName="rootComposite" refType="w" fact="10"/>
      <dgm:constr type="h" for="des" forName="rootComposite" refType="w" refFor="des" refForName="rootComposite1" fact="0.305"/>
      <dgm:constr type="w" for="des" forName="rootComposite3" refType="w" fact="10"/>
      <dgm:constr type="h" for="des" forName="rootComposite3" refType="w" refFor="des" refForName="rootComposite1" fact="0.305"/>
      <dgm:constr type="primFontSz" for="des" ptType="node" op="equ"/>
      <dgm:constr type="sp" for="des" op="equ"/>
      <dgm:constr type="sp" for="des" forName="hierRoot1" refType="w" refFor="des" refForName="rootComposite1" fact="0.2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125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125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func="var" arg="dir" op="equ" val="norm">
                  <dgm:alg type="hierRoot">
                    <dgm:param type="hierAlign" val="lT"/>
                  </dgm:alg>
                  <dgm:constrLst>
                    <dgm:constr type="alignOff" val="0.75"/>
                  </dgm:constrLst>
                </dgm:if>
                <dgm:else name="Name9">
                  <dgm:alg type="hierRoot">
                    <dgm:param type="hierAlign" val="rT"/>
                  </dgm:alg>
                  <dgm:constrLst>
                    <dgm:constr type="alignOff" val="0.75"/>
                  </dgm:constrLst>
                </dgm:else>
              </dgm:choose>
            </dgm:if>
            <dgm:if name="Name10" func="var" arg="hierBranch" op="equ" val="r">
              <dgm:choose name="Name11">
                <dgm:if name="Name12" func="var" arg="dir" op="equ" val="norm">
                  <dgm:alg type="hierRoot">
                    <dgm:param type="hierAlign" val="lB"/>
                  </dgm:alg>
                  <dgm:constrLst>
                    <dgm:constr type="alignOff" val="0.75"/>
                  </dgm:constrLst>
                </dgm:if>
                <dgm:else name="Name13">
                  <dgm:alg type="hierRoot">
                    <dgm:param type="hierAlign" val="rB"/>
                  </dgm:alg>
                  <dgm:constrLst>
                    <dgm:constr type="alignOff" val="0.75"/>
                  </dgm:constrLst>
                </dgm:else>
              </dgm:choose>
            </dgm:if>
            <dgm:if name="Name14" func="var" arg="hierBranch" op="equ" val="hang">
              <dgm:choose name="Name15">
                <dgm:if name="Name16" func="var" arg="dir" op="equ" val="norm">
                  <dgm:alg type="hierRoot">
                    <dgm:param type="hierAlign" val="lCtrCh"/>
                  </dgm:alg>
                  <dgm:constrLst>
                    <dgm:constr type="alignOff" val="0.65"/>
                  </dgm:constrLst>
                </dgm:if>
                <dgm:else name="Name17">
                  <dgm:alg type="hierRoot">
                    <dgm:param type="hierAlign" val="rCtrCh"/>
                  </dgm:alg>
                  <dgm:constrLst>
                    <dgm:constr type="alignOff" val="0.65"/>
                  </dgm:constrLst>
                </dgm:else>
              </dgm:choose>
            </dgm:if>
            <dgm:else name="Name18">
              <dgm:choose name="Name19">
                <dgm:if name="Name20" func="var" arg="dir" op="equ" val="norm">
                  <dgm:alg type="hierRoot">
                    <dgm:param type="hierAlign" val="lCtrCh"/>
                  </dgm:alg>
                  <dgm:constrLst>
                    <dgm:constr type="alignOff"/>
                    <dgm:constr type="bendDist" for="des" ptType="parTrans" refType="sp" fact="0.5"/>
                  </dgm:constrLst>
                </dgm:if>
                <dgm:else name="Name21">
                  <dgm:alg type="hierRoot">
                    <dgm:param type="hierAlign" val="rCtrCh"/>
                  </dgm:alg>
                  <dgm:constrLst>
                    <dgm:constr type="alignOff"/>
                    <dgm:constr type="bendDist" for="des" ptType="parTrans" refType="sp" fact="0.5"/>
                  </dgm:constrLst>
                </dgm:else>
              </dgm:choose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22">
              <dgm:if name="Name23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24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25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6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7">
              <dgm:if name="Name28" func="var" arg="hierBranch" op="equ" val="l">
                <dgm:choose name="Name29">
                  <dgm:if name="Name30" func="var" arg="dir" op="equ" val="norm">
                    <dgm:alg type="hierChild">
                      <dgm:param type="chAlign" val="t"/>
                      <dgm:param type="linDir" val="fromL"/>
                    </dgm:alg>
                  </dgm:if>
                  <dgm:else name="Name31">
                    <dgm:alg type="hierChild">
                      <dgm:param type="chAlign" val="t"/>
                      <dgm:param type="linDir" val="fromR"/>
                    </dgm:alg>
                  </dgm:else>
                </dgm:choose>
              </dgm:if>
              <dgm:if name="Name32" func="var" arg="hierBranch" op="equ" val="r">
                <dgm:choose name="Name33">
                  <dgm:if name="Name34" func="var" arg="dir" op="equ" val="norm">
                    <dgm:alg type="hierChild">
                      <dgm:param type="chAlign" val="b"/>
                      <dgm:param type="linDir" val="fromL"/>
                    </dgm:alg>
                  </dgm:if>
                  <dgm:else name="Name35">
                    <dgm:alg type="hierChild">
                      <dgm:param type="chAlign" val="b"/>
                      <dgm:param type="linDir" val="fromR"/>
                    </dgm:alg>
                  </dgm:else>
                </dgm:choose>
              </dgm:if>
              <dgm:if name="Name36" func="var" arg="hierBranch" op="equ" val="hang">
                <dgm:choose name="Name37">
                  <dgm:if name="Name38" func="var" arg="dir" op="equ" val="norm">
                    <dgm:alg type="hierChild">
                      <dgm:param type="chAlign" val="l"/>
                      <dgm:param type="linDir" val="fromT"/>
                      <dgm:param type="secChAlign" val="t"/>
                      <dgm:param type="secLinDir" val="fromL"/>
                    </dgm:alg>
                  </dgm:if>
                  <dgm:else name="Name39">
                    <dgm:alg type="hierChild">
                      <dgm:param type="chAlign" val="r"/>
                      <dgm:param type="linDir" val="fromT"/>
                      <dgm:param type="secChAlign" val="t"/>
                      <dgm:param type="secLinDir" val="fromR"/>
                    </dgm:alg>
                  </dgm:else>
                </dgm:choose>
              </dgm:if>
              <dgm:else name="Name40">
                <dgm:choose name="Name41">
                  <dgm:if name="Name42" func="var" arg="dir" op="equ" val="norm">
                    <dgm:alg type="hierChild">
                      <dgm:param type="linDir" val="fromT"/>
                      <dgm:param type="chAlign" val="l"/>
                    </dgm:alg>
                  </dgm:if>
                  <dgm:else name="Name43">
                    <dgm:alg type="hierChild">
                      <dgm:param type="linDir" val="fromT"/>
                      <dgm:param type="chAlign" val="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44" axis="precedSib" ptType="parTrans" st="-1" cnt="1">
                <dgm:choose name="Name45">
                  <dgm:if name="Name46" func="var" arg="hierBranch" op="equ" val="hang">
                    <dgm:layoutNode name="Name47">
                      <dgm:choose name="Name48">
                        <dgm:if name="Name49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bCtr tCtr"/>
                          </dgm:alg>
                        </dgm:if>
                        <dgm:else name="Name50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bCtr t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51" func="var" arg="hierBranch" op="equ" val="l">
                    <dgm:layoutNode name="Name52">
                      <dgm:choose name="Name53">
                        <dgm:if name="Name54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tCtr"/>
                          </dgm:alg>
                        </dgm:if>
                        <dgm:else name="Name55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t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56" func="var" arg="hierBranch" op="equ" val="r">
                    <dgm:layoutNode name="Name57">
                      <dgm:choose name="Name58">
                        <dgm:if name="Name59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bCtr"/>
                          </dgm:alg>
                        </dgm:if>
                        <dgm:else name="Name60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b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61">
                    <dgm:choose name="Name62">
                      <dgm:if name="Name63" func="var" arg="dir" op="equ" val="norm">
                        <dgm:layoutNode name="Name64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midL"/>
                            <dgm:param type="bendPt" val="end"/>
                          </dgm:alg>
                          <dgm:shape xmlns:r="http://schemas.openxmlformats.org/officeDocument/2006/relationships" type="conn" r:blip="" zOrderOff="-99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if>
                      <dgm:else name="Name65">
                        <dgm:layoutNode name="Name66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midR"/>
                            <dgm:param type="bendPt" val="end"/>
                          </dgm:alg>
                          <dgm:shape xmlns:r="http://schemas.openxmlformats.org/officeDocument/2006/relationships" type="conn" r:blip="" zOrderOff="-99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else>
                    </dgm:choos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7">
                  <dgm:if name="Name68" func="var" arg="hierBranch" op="equ" val="l">
                    <dgm:choose name="Name69">
                      <dgm:if name="Name70" func="var" arg="dir" op="equ" val="norm">
                        <dgm:alg type="hierRoot">
                          <dgm:param type="hierAlign" val="lT"/>
                        </dgm:alg>
                        <dgm:constrLst>
                          <dgm:constr type="alignOff" val="0.75"/>
                        </dgm:constrLst>
                      </dgm:if>
                      <dgm:else name="Name71">
                        <dgm:alg type="hierRoot">
                          <dgm:param type="hierAlign" val="rT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72" func="var" arg="hierBranch" op="equ" val="r">
                    <dgm:choose name="Name73">
                      <dgm:if name="Name74" func="var" arg="dir" op="equ" val="norm">
                        <dgm:alg type="hierRoot">
                          <dgm:param type="hierAlign" val="lB"/>
                        </dgm:alg>
                        <dgm:constrLst>
                          <dgm:constr type="alignOff" val="0.75"/>
                        </dgm:constrLst>
                      </dgm:if>
                      <dgm:else name="Name75">
                        <dgm:alg type="hierRoot">
                          <dgm:param type="hierAlign" val="rB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76" func="var" arg="hierBranch" op="equ" val="hang">
                    <dgm:choose name="Name77">
                      <dgm:if name="Name78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 val="0.65"/>
                        </dgm:constrLst>
                      </dgm:if>
                      <dgm:else name="Name79">
                        <dgm:alg type="hierRoot">
                          <dgm:param type="hierAlign" val="rCtrCh"/>
                        </dgm:alg>
                        <dgm:constrLst>
                          <dgm:constr type="alignOff" val="0.65"/>
                        </dgm:constrLst>
                      </dgm:else>
                    </dgm:choose>
                  </dgm:if>
                  <dgm:else name="Name80">
                    <dgm:choose name="Name81">
                      <dgm:if name="Name82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if>
                      <dgm:else name="Name83">
                        <dgm:alg type="hierRoot">
                          <dgm:param type="hierAlign" val="r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84">
                    <dgm:if name="Name85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6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7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8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9">
                    <dgm:if name="Name90" func="var" arg="hierBranch" op="equ" val="l">
                      <dgm:choose name="Name91">
                        <dgm:if name="Name92" func="var" arg="dir" op="equ" val="norm">
                          <dgm:alg type="hierChild">
                            <dgm:param type="chAlign" val="t"/>
                            <dgm:param type="linDir" val="fromL"/>
                          </dgm:alg>
                        </dgm:if>
                        <dgm:else name="Name93">
                          <dgm:alg type="hierChild">
                            <dgm:param type="chAlign" val="t"/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r">
                      <dgm:choose name="Name95">
                        <dgm:if name="Name96" func="var" arg="dir" op="equ" val="norm">
                          <dgm:alg type="hierChild">
                            <dgm:param type="chAlign" val="b"/>
                            <dgm:param type="linDir" val="fromL"/>
                          </dgm:alg>
                        </dgm:if>
                        <dgm:else name="Name97">
                          <dgm:alg type="hierChild">
                            <dgm:param type="chAlign" val="b"/>
                            <dgm:param type="linDir" val="fromR"/>
                          </dgm:alg>
                        </dgm:else>
                      </dgm:choose>
                    </dgm:if>
                    <dgm:if name="Name98" func="var" arg="hierBranch" op="equ" val="hang">
                      <dgm:choose name="Name99">
                        <dgm:if name="Name100" func="var" arg="dir" op="equ" val="norm">
                          <dgm:alg type="hierChild">
                            <dgm:param type="chAlign" val="l"/>
                            <dgm:param type="linDir" val="fromT"/>
                            <dgm:param type="secChAlign" val="t"/>
                            <dgm:param type="secLinDir" val="fromL"/>
                          </dgm:alg>
                        </dgm:if>
                        <dgm:else name="Name101">
                          <dgm:alg type="hierChild">
                            <dgm:param type="chAlign" val="r"/>
                            <dgm:param type="linDir" val="fromT"/>
                            <dgm:param type="secChAlign" val="t"/>
                            <dgm:param type="secLinDir" val="fromR"/>
                          </dgm:alg>
                        </dgm:else>
                      </dgm:choose>
                    </dgm:if>
                    <dgm:else name="Name102">
                      <dgm:choose name="Name103">
                        <dgm:if name="Name104" func="var" arg="dir" op="equ" val="norm">
                          <dgm:alg type="hierChild">
                            <dgm:param type="linDir" val="fromT"/>
                            <dgm:param type="chAlign" val="l"/>
                          </dgm:alg>
                        </dgm:if>
                        <dgm:else name="Name105">
                          <dgm:alg type="hierChild">
                            <dgm:param type="linDir" val="fromT"/>
                            <dgm:param type="ch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a"/>
                </dgm:layoutNode>
                <dgm:layoutNode name="hierChild5">
                  <dgm:choose name="Name107">
                    <dgm:if name="Name108" func="var" arg="dir" op="equ" val="norm">
                      <dgm:alg type="hierChild">
                        <dgm:param type="chAlign" val="l"/>
                        <dgm:param type="linDir" val="fromT"/>
                        <dgm:param type="secChAlign" val="t"/>
                        <dgm:param type="secLinDir" val="fromL"/>
                      </dgm:alg>
                    </dgm:if>
                    <dgm:else name="Name109">
                      <dgm:alg type="hierChild">
                        <dgm:param type="chAlign" val="r"/>
                        <dgm:param type="linDir" val="fromT"/>
                        <dgm:param type="secChAlign" val="t"/>
                        <dgm:param type="sec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10" ref="rep2b"/>
                </dgm:layoutNode>
              </dgm:layoutNode>
            </dgm:forEach>
          </dgm:layoutNode>
          <dgm:layoutNode name="hierChild3">
            <dgm:choose name="Name111">
              <dgm:if name="Name112" func="var" arg="dir" op="equ" val="norm">
                <dgm:alg type="hierChild">
                  <dgm:param type="chAlign" val="l"/>
                  <dgm:param type="linDir" val="fromT"/>
                  <dgm:param type="secChAlign" val="t"/>
                  <dgm:param type="secLinDir" val="fromL"/>
                </dgm:alg>
              </dgm:if>
              <dgm:else name="Name113">
                <dgm:alg type="hierChild">
                  <dgm:param type="chAlign" val="r"/>
                  <dgm:param type="linDir" val="fromT"/>
                  <dgm:param type="secChAlign" val="t"/>
                  <dgm:param type="sec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4" axis="precedSib" ptType="parTrans" st="-1" cnt="1">
                <dgm:layoutNode name="Name115">
                  <dgm:choose name="Name116">
                    <dgm:if name="Name117" func="var" arg="dir" op="equ" val="norm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midR"/>
                        <dgm:param type="endPts" val="bCtr tCtr"/>
                      </dgm:alg>
                    </dgm:if>
                    <dgm:else name="Name11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midL"/>
                        <dgm:param type="endPts" val="bCtr tCtr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9">
                  <dgm:if name="Name120" func="var" arg="hierBranch" op="equ" val="l">
                    <dgm:choose name="Name121">
                      <dgm:if name="Name122" func="var" arg="dir" op="equ" val="norm">
                        <dgm:alg type="hierRoot">
                          <dgm:param type="hierAlign" val="lT"/>
                        </dgm:alg>
                        <dgm:constrLst>
                          <dgm:constr type="alignOff" val="0.75"/>
                        </dgm:constrLst>
                      </dgm:if>
                      <dgm:else name="Name123">
                        <dgm:alg type="hierRoot">
                          <dgm:param type="hierAlign" val="rT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124" func="var" arg="hierBranch" op="equ" val="r">
                    <dgm:choose name="Name125">
                      <dgm:if name="Name126" func="var" arg="dir" op="equ" val="norm">
                        <dgm:alg type="hierRoot">
                          <dgm:param type="hierAlign" val="lB"/>
                        </dgm:alg>
                        <dgm:constrLst>
                          <dgm:constr type="alignOff" val="0.75"/>
                        </dgm:constrLst>
                      </dgm:if>
                      <dgm:else name="Name127">
                        <dgm:alg type="hierRoot">
                          <dgm:param type="hierAlign" val="rB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128" func="var" arg="hierBranch" op="equ" val="hang">
                    <dgm:choose name="Name129">
                      <dgm:if name="Name130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 val="0.65"/>
                        </dgm:constrLst>
                      </dgm:if>
                      <dgm:else name="Name131">
                        <dgm:alg type="hierRoot">
                          <dgm:param type="hierAlign" val="rCtrCh"/>
                        </dgm:alg>
                        <dgm:constrLst>
                          <dgm:constr type="alignOff" val="0.65"/>
                        </dgm:constrLst>
                      </dgm:else>
                    </dgm:choose>
                  </dgm:if>
                  <dgm:else name="Name132">
                    <dgm:choose name="Name133">
                      <dgm:if name="Name134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if>
                      <dgm:else name="Name135">
                        <dgm:alg type="hierRoot">
                          <dgm:param type="hierAlign" val="r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36">
                    <dgm:if name="Name137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38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39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40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41">
                    <dgm:if name="Name142" func="var" arg="hierBranch" op="equ" val="l">
                      <dgm:choose name="Name143">
                        <dgm:if name="Name144" func="var" arg="dir" op="equ" val="norm">
                          <dgm:alg type="hierChild">
                            <dgm:param type="chAlign" val="t"/>
                            <dgm:param type="linDir" val="fromL"/>
                          </dgm:alg>
                        </dgm:if>
                        <dgm:else name="Name145">
                          <dgm:alg type="hierChild">
                            <dgm:param type="chAlign" val="t"/>
                            <dgm:param type="linDir" val="fromR"/>
                          </dgm:alg>
                        </dgm:else>
                      </dgm:choose>
                    </dgm:if>
                    <dgm:if name="Name146" func="var" arg="hierBranch" op="equ" val="r">
                      <dgm:choose name="Name147">
                        <dgm:if name="Name148" func="var" arg="dir" op="equ" val="norm">
                          <dgm:alg type="hierChild">
                            <dgm:param type="chAlign" val="b"/>
                            <dgm:param type="linDir" val="fromL"/>
                          </dgm:alg>
                        </dgm:if>
                        <dgm:else name="Name149">
                          <dgm:alg type="hierChild">
                            <dgm:param type="chAlign" val="b"/>
                            <dgm:param type="linDir" val="fromR"/>
                          </dgm:alg>
                        </dgm:else>
                      </dgm:choose>
                    </dgm:if>
                    <dgm:if name="Name150" func="var" arg="hierBranch" op="equ" val="hang">
                      <dgm:choose name="Name151">
                        <dgm:if name="Name152" func="var" arg="dir" op="equ" val="norm">
                          <dgm:alg type="hierChild">
                            <dgm:param type="chAlign" val="l"/>
                            <dgm:param type="linDir" val="fromT"/>
                            <dgm:param type="secChAlign" val="t"/>
                            <dgm:param type="secLinDir" val="fromL"/>
                          </dgm:alg>
                        </dgm:if>
                        <dgm:else name="Name153">
                          <dgm:alg type="hierChild">
                            <dgm:param type="chAlign" val="r"/>
                            <dgm:param type="linDir" val="fromT"/>
                            <dgm:param type="secChAlign" val="t"/>
                            <dgm:param type="secLinDir" val="fromR"/>
                          </dgm:alg>
                        </dgm:else>
                      </dgm:choose>
                    </dgm:if>
                    <dgm:else name="Name154">
                      <dgm:choose name="Name155">
                        <dgm:if name="Name156" func="var" arg="dir" op="equ" val="norm">
                          <dgm:alg type="hierChild">
                            <dgm:param type="linDir" val="fromT"/>
                            <dgm:param type="chAlign" val="l"/>
                          </dgm:alg>
                        </dgm:if>
                        <dgm:else name="Name157">
                          <dgm:alg type="hierChild">
                            <dgm:param type="linDir" val="fromT"/>
                            <dgm:param type="ch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58" ref="rep2a"/>
                </dgm:layoutNode>
                <dgm:layoutNode name="hierChild7">
                  <dgm:choose name="Name159">
                    <dgm:if name="Name160" func="var" arg="dir" op="equ" val="norm">
                      <dgm:alg type="hierChild">
                        <dgm:param type="chAlign" val="l"/>
                        <dgm:param type="linDir" val="fromT"/>
                        <dgm:param type="secChAlign" val="t"/>
                        <dgm:param type="secLinDir" val="fromL"/>
                      </dgm:alg>
                    </dgm:if>
                    <dgm:else name="Name161">
                      <dgm:alg type="hierChild">
                        <dgm:param type="chAlign" val="r"/>
                        <dgm:param type="linDir" val="fromT"/>
                        <dgm:param type="secChAlign" val="t"/>
                        <dgm:param type="sec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62" ref="rep2b"/>
                </dgm:layoutNode>
              </dgm:layoutNode>
            </dgm:forEach>
          </dgm:layoutNode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9/3/layout/HorizontalOrganizationChart">
  <dgm:title val=""/>
  <dgm:desc val=""/>
  <dgm:catLst>
    <dgm:cat type="hierarchy" pri="43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305"/>
      <dgm:constr type="w" for="des" forName="rootComposite" refType="w" fact="10"/>
      <dgm:constr type="h" for="des" forName="rootComposite" refType="w" refFor="des" refForName="rootComposite1" fact="0.305"/>
      <dgm:constr type="w" for="des" forName="rootComposite3" refType="w" fact="10"/>
      <dgm:constr type="h" for="des" forName="rootComposite3" refType="w" refFor="des" refForName="rootComposite1" fact="0.305"/>
      <dgm:constr type="primFontSz" for="des" ptType="node" op="equ"/>
      <dgm:constr type="sp" for="des" op="equ"/>
      <dgm:constr type="sp" for="des" forName="hierRoot1" refType="w" refFor="des" refForName="rootComposite1" fact="0.2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125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125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func="var" arg="dir" op="equ" val="norm">
                  <dgm:alg type="hierRoot">
                    <dgm:param type="hierAlign" val="lT"/>
                  </dgm:alg>
                  <dgm:constrLst>
                    <dgm:constr type="alignOff" val="0.75"/>
                  </dgm:constrLst>
                </dgm:if>
                <dgm:else name="Name9">
                  <dgm:alg type="hierRoot">
                    <dgm:param type="hierAlign" val="rT"/>
                  </dgm:alg>
                  <dgm:constrLst>
                    <dgm:constr type="alignOff" val="0.75"/>
                  </dgm:constrLst>
                </dgm:else>
              </dgm:choose>
            </dgm:if>
            <dgm:if name="Name10" func="var" arg="hierBranch" op="equ" val="r">
              <dgm:choose name="Name11">
                <dgm:if name="Name12" func="var" arg="dir" op="equ" val="norm">
                  <dgm:alg type="hierRoot">
                    <dgm:param type="hierAlign" val="lB"/>
                  </dgm:alg>
                  <dgm:constrLst>
                    <dgm:constr type="alignOff" val="0.75"/>
                  </dgm:constrLst>
                </dgm:if>
                <dgm:else name="Name13">
                  <dgm:alg type="hierRoot">
                    <dgm:param type="hierAlign" val="rB"/>
                  </dgm:alg>
                  <dgm:constrLst>
                    <dgm:constr type="alignOff" val="0.75"/>
                  </dgm:constrLst>
                </dgm:else>
              </dgm:choose>
            </dgm:if>
            <dgm:if name="Name14" func="var" arg="hierBranch" op="equ" val="hang">
              <dgm:choose name="Name15">
                <dgm:if name="Name16" func="var" arg="dir" op="equ" val="norm">
                  <dgm:alg type="hierRoot">
                    <dgm:param type="hierAlign" val="lCtrCh"/>
                  </dgm:alg>
                  <dgm:constrLst>
                    <dgm:constr type="alignOff" val="0.65"/>
                  </dgm:constrLst>
                </dgm:if>
                <dgm:else name="Name17">
                  <dgm:alg type="hierRoot">
                    <dgm:param type="hierAlign" val="rCtrCh"/>
                  </dgm:alg>
                  <dgm:constrLst>
                    <dgm:constr type="alignOff" val="0.65"/>
                  </dgm:constrLst>
                </dgm:else>
              </dgm:choose>
            </dgm:if>
            <dgm:else name="Name18">
              <dgm:choose name="Name19">
                <dgm:if name="Name20" func="var" arg="dir" op="equ" val="norm">
                  <dgm:alg type="hierRoot">
                    <dgm:param type="hierAlign" val="lCtrCh"/>
                  </dgm:alg>
                  <dgm:constrLst>
                    <dgm:constr type="alignOff"/>
                    <dgm:constr type="bendDist" for="des" ptType="parTrans" refType="sp" fact="0.5"/>
                  </dgm:constrLst>
                </dgm:if>
                <dgm:else name="Name21">
                  <dgm:alg type="hierRoot">
                    <dgm:param type="hierAlign" val="rCtrCh"/>
                  </dgm:alg>
                  <dgm:constrLst>
                    <dgm:constr type="alignOff"/>
                    <dgm:constr type="bendDist" for="des" ptType="parTrans" refType="sp" fact="0.5"/>
                  </dgm:constrLst>
                </dgm:else>
              </dgm:choose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22">
              <dgm:if name="Name23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24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25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6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7">
              <dgm:if name="Name28" func="var" arg="hierBranch" op="equ" val="l">
                <dgm:choose name="Name29">
                  <dgm:if name="Name30" func="var" arg="dir" op="equ" val="norm">
                    <dgm:alg type="hierChild">
                      <dgm:param type="chAlign" val="t"/>
                      <dgm:param type="linDir" val="fromL"/>
                    </dgm:alg>
                  </dgm:if>
                  <dgm:else name="Name31">
                    <dgm:alg type="hierChild">
                      <dgm:param type="chAlign" val="t"/>
                      <dgm:param type="linDir" val="fromR"/>
                    </dgm:alg>
                  </dgm:else>
                </dgm:choose>
              </dgm:if>
              <dgm:if name="Name32" func="var" arg="hierBranch" op="equ" val="r">
                <dgm:choose name="Name33">
                  <dgm:if name="Name34" func="var" arg="dir" op="equ" val="norm">
                    <dgm:alg type="hierChild">
                      <dgm:param type="chAlign" val="b"/>
                      <dgm:param type="linDir" val="fromL"/>
                    </dgm:alg>
                  </dgm:if>
                  <dgm:else name="Name35">
                    <dgm:alg type="hierChild">
                      <dgm:param type="chAlign" val="b"/>
                      <dgm:param type="linDir" val="fromR"/>
                    </dgm:alg>
                  </dgm:else>
                </dgm:choose>
              </dgm:if>
              <dgm:if name="Name36" func="var" arg="hierBranch" op="equ" val="hang">
                <dgm:choose name="Name37">
                  <dgm:if name="Name38" func="var" arg="dir" op="equ" val="norm">
                    <dgm:alg type="hierChild">
                      <dgm:param type="chAlign" val="l"/>
                      <dgm:param type="linDir" val="fromT"/>
                      <dgm:param type="secChAlign" val="t"/>
                      <dgm:param type="secLinDir" val="fromL"/>
                    </dgm:alg>
                  </dgm:if>
                  <dgm:else name="Name39">
                    <dgm:alg type="hierChild">
                      <dgm:param type="chAlign" val="r"/>
                      <dgm:param type="linDir" val="fromT"/>
                      <dgm:param type="secChAlign" val="t"/>
                      <dgm:param type="secLinDir" val="fromR"/>
                    </dgm:alg>
                  </dgm:else>
                </dgm:choose>
              </dgm:if>
              <dgm:else name="Name40">
                <dgm:choose name="Name41">
                  <dgm:if name="Name42" func="var" arg="dir" op="equ" val="norm">
                    <dgm:alg type="hierChild">
                      <dgm:param type="linDir" val="fromT"/>
                      <dgm:param type="chAlign" val="l"/>
                    </dgm:alg>
                  </dgm:if>
                  <dgm:else name="Name43">
                    <dgm:alg type="hierChild">
                      <dgm:param type="linDir" val="fromT"/>
                      <dgm:param type="chAlign" val="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44" axis="precedSib" ptType="parTrans" st="-1" cnt="1">
                <dgm:choose name="Name45">
                  <dgm:if name="Name46" func="var" arg="hierBranch" op="equ" val="hang">
                    <dgm:layoutNode name="Name47">
                      <dgm:choose name="Name48">
                        <dgm:if name="Name49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bCtr tCtr"/>
                          </dgm:alg>
                        </dgm:if>
                        <dgm:else name="Name50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bCtr t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51" func="var" arg="hierBranch" op="equ" val="l">
                    <dgm:layoutNode name="Name52">
                      <dgm:choose name="Name53">
                        <dgm:if name="Name54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tCtr"/>
                          </dgm:alg>
                        </dgm:if>
                        <dgm:else name="Name55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t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56" func="var" arg="hierBranch" op="equ" val="r">
                    <dgm:layoutNode name="Name57">
                      <dgm:choose name="Name58">
                        <dgm:if name="Name59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bCtr"/>
                          </dgm:alg>
                        </dgm:if>
                        <dgm:else name="Name60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b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61">
                    <dgm:choose name="Name62">
                      <dgm:if name="Name63" func="var" arg="dir" op="equ" val="norm">
                        <dgm:layoutNode name="Name64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midL"/>
                            <dgm:param type="bendPt" val="end"/>
                          </dgm:alg>
                          <dgm:shape xmlns:r="http://schemas.openxmlformats.org/officeDocument/2006/relationships" type="conn" r:blip="" zOrderOff="-99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if>
                      <dgm:else name="Name65">
                        <dgm:layoutNode name="Name66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midR"/>
                            <dgm:param type="bendPt" val="end"/>
                          </dgm:alg>
                          <dgm:shape xmlns:r="http://schemas.openxmlformats.org/officeDocument/2006/relationships" type="conn" r:blip="" zOrderOff="-99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else>
                    </dgm:choos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7">
                  <dgm:if name="Name68" func="var" arg="hierBranch" op="equ" val="l">
                    <dgm:choose name="Name69">
                      <dgm:if name="Name70" func="var" arg="dir" op="equ" val="norm">
                        <dgm:alg type="hierRoot">
                          <dgm:param type="hierAlign" val="lT"/>
                        </dgm:alg>
                        <dgm:constrLst>
                          <dgm:constr type="alignOff" val="0.75"/>
                        </dgm:constrLst>
                      </dgm:if>
                      <dgm:else name="Name71">
                        <dgm:alg type="hierRoot">
                          <dgm:param type="hierAlign" val="rT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72" func="var" arg="hierBranch" op="equ" val="r">
                    <dgm:choose name="Name73">
                      <dgm:if name="Name74" func="var" arg="dir" op="equ" val="norm">
                        <dgm:alg type="hierRoot">
                          <dgm:param type="hierAlign" val="lB"/>
                        </dgm:alg>
                        <dgm:constrLst>
                          <dgm:constr type="alignOff" val="0.75"/>
                        </dgm:constrLst>
                      </dgm:if>
                      <dgm:else name="Name75">
                        <dgm:alg type="hierRoot">
                          <dgm:param type="hierAlign" val="rB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76" func="var" arg="hierBranch" op="equ" val="hang">
                    <dgm:choose name="Name77">
                      <dgm:if name="Name78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 val="0.65"/>
                        </dgm:constrLst>
                      </dgm:if>
                      <dgm:else name="Name79">
                        <dgm:alg type="hierRoot">
                          <dgm:param type="hierAlign" val="rCtrCh"/>
                        </dgm:alg>
                        <dgm:constrLst>
                          <dgm:constr type="alignOff" val="0.65"/>
                        </dgm:constrLst>
                      </dgm:else>
                    </dgm:choose>
                  </dgm:if>
                  <dgm:else name="Name80">
                    <dgm:choose name="Name81">
                      <dgm:if name="Name82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if>
                      <dgm:else name="Name83">
                        <dgm:alg type="hierRoot">
                          <dgm:param type="hierAlign" val="r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84">
                    <dgm:if name="Name85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6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7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8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9">
                    <dgm:if name="Name90" func="var" arg="hierBranch" op="equ" val="l">
                      <dgm:choose name="Name91">
                        <dgm:if name="Name92" func="var" arg="dir" op="equ" val="norm">
                          <dgm:alg type="hierChild">
                            <dgm:param type="chAlign" val="t"/>
                            <dgm:param type="linDir" val="fromL"/>
                          </dgm:alg>
                        </dgm:if>
                        <dgm:else name="Name93">
                          <dgm:alg type="hierChild">
                            <dgm:param type="chAlign" val="t"/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r">
                      <dgm:choose name="Name95">
                        <dgm:if name="Name96" func="var" arg="dir" op="equ" val="norm">
                          <dgm:alg type="hierChild">
                            <dgm:param type="chAlign" val="b"/>
                            <dgm:param type="linDir" val="fromL"/>
                          </dgm:alg>
                        </dgm:if>
                        <dgm:else name="Name97">
                          <dgm:alg type="hierChild">
                            <dgm:param type="chAlign" val="b"/>
                            <dgm:param type="linDir" val="fromR"/>
                          </dgm:alg>
                        </dgm:else>
                      </dgm:choose>
                    </dgm:if>
                    <dgm:if name="Name98" func="var" arg="hierBranch" op="equ" val="hang">
                      <dgm:choose name="Name99">
                        <dgm:if name="Name100" func="var" arg="dir" op="equ" val="norm">
                          <dgm:alg type="hierChild">
                            <dgm:param type="chAlign" val="l"/>
                            <dgm:param type="linDir" val="fromT"/>
                            <dgm:param type="secChAlign" val="t"/>
                            <dgm:param type="secLinDir" val="fromL"/>
                          </dgm:alg>
                        </dgm:if>
                        <dgm:else name="Name101">
                          <dgm:alg type="hierChild">
                            <dgm:param type="chAlign" val="r"/>
                            <dgm:param type="linDir" val="fromT"/>
                            <dgm:param type="secChAlign" val="t"/>
                            <dgm:param type="secLinDir" val="fromR"/>
                          </dgm:alg>
                        </dgm:else>
                      </dgm:choose>
                    </dgm:if>
                    <dgm:else name="Name102">
                      <dgm:choose name="Name103">
                        <dgm:if name="Name104" func="var" arg="dir" op="equ" val="norm">
                          <dgm:alg type="hierChild">
                            <dgm:param type="linDir" val="fromT"/>
                            <dgm:param type="chAlign" val="l"/>
                          </dgm:alg>
                        </dgm:if>
                        <dgm:else name="Name105">
                          <dgm:alg type="hierChild">
                            <dgm:param type="linDir" val="fromT"/>
                            <dgm:param type="ch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a"/>
                </dgm:layoutNode>
                <dgm:layoutNode name="hierChild5">
                  <dgm:choose name="Name107">
                    <dgm:if name="Name108" func="var" arg="dir" op="equ" val="norm">
                      <dgm:alg type="hierChild">
                        <dgm:param type="chAlign" val="l"/>
                        <dgm:param type="linDir" val="fromT"/>
                        <dgm:param type="secChAlign" val="t"/>
                        <dgm:param type="secLinDir" val="fromL"/>
                      </dgm:alg>
                    </dgm:if>
                    <dgm:else name="Name109">
                      <dgm:alg type="hierChild">
                        <dgm:param type="chAlign" val="r"/>
                        <dgm:param type="linDir" val="fromT"/>
                        <dgm:param type="secChAlign" val="t"/>
                        <dgm:param type="sec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10" ref="rep2b"/>
                </dgm:layoutNode>
              </dgm:layoutNode>
            </dgm:forEach>
          </dgm:layoutNode>
          <dgm:layoutNode name="hierChild3">
            <dgm:choose name="Name111">
              <dgm:if name="Name112" func="var" arg="dir" op="equ" val="norm">
                <dgm:alg type="hierChild">
                  <dgm:param type="chAlign" val="l"/>
                  <dgm:param type="linDir" val="fromT"/>
                  <dgm:param type="secChAlign" val="t"/>
                  <dgm:param type="secLinDir" val="fromL"/>
                </dgm:alg>
              </dgm:if>
              <dgm:else name="Name113">
                <dgm:alg type="hierChild">
                  <dgm:param type="chAlign" val="r"/>
                  <dgm:param type="linDir" val="fromT"/>
                  <dgm:param type="secChAlign" val="t"/>
                  <dgm:param type="sec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4" axis="precedSib" ptType="parTrans" st="-1" cnt="1">
                <dgm:layoutNode name="Name115">
                  <dgm:choose name="Name116">
                    <dgm:if name="Name117" func="var" arg="dir" op="equ" val="norm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midR"/>
                        <dgm:param type="endPts" val="bCtr tCtr"/>
                      </dgm:alg>
                    </dgm:if>
                    <dgm:else name="Name11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midL"/>
                        <dgm:param type="endPts" val="bCtr tCtr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9">
                  <dgm:if name="Name120" func="var" arg="hierBranch" op="equ" val="l">
                    <dgm:choose name="Name121">
                      <dgm:if name="Name122" func="var" arg="dir" op="equ" val="norm">
                        <dgm:alg type="hierRoot">
                          <dgm:param type="hierAlign" val="lT"/>
                        </dgm:alg>
                        <dgm:constrLst>
                          <dgm:constr type="alignOff" val="0.75"/>
                        </dgm:constrLst>
                      </dgm:if>
                      <dgm:else name="Name123">
                        <dgm:alg type="hierRoot">
                          <dgm:param type="hierAlign" val="rT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124" func="var" arg="hierBranch" op="equ" val="r">
                    <dgm:choose name="Name125">
                      <dgm:if name="Name126" func="var" arg="dir" op="equ" val="norm">
                        <dgm:alg type="hierRoot">
                          <dgm:param type="hierAlign" val="lB"/>
                        </dgm:alg>
                        <dgm:constrLst>
                          <dgm:constr type="alignOff" val="0.75"/>
                        </dgm:constrLst>
                      </dgm:if>
                      <dgm:else name="Name127">
                        <dgm:alg type="hierRoot">
                          <dgm:param type="hierAlign" val="rB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128" func="var" arg="hierBranch" op="equ" val="hang">
                    <dgm:choose name="Name129">
                      <dgm:if name="Name130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 val="0.65"/>
                        </dgm:constrLst>
                      </dgm:if>
                      <dgm:else name="Name131">
                        <dgm:alg type="hierRoot">
                          <dgm:param type="hierAlign" val="rCtrCh"/>
                        </dgm:alg>
                        <dgm:constrLst>
                          <dgm:constr type="alignOff" val="0.65"/>
                        </dgm:constrLst>
                      </dgm:else>
                    </dgm:choose>
                  </dgm:if>
                  <dgm:else name="Name132">
                    <dgm:choose name="Name133">
                      <dgm:if name="Name134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if>
                      <dgm:else name="Name135">
                        <dgm:alg type="hierRoot">
                          <dgm:param type="hierAlign" val="r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36">
                    <dgm:if name="Name137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38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39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40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41">
                    <dgm:if name="Name142" func="var" arg="hierBranch" op="equ" val="l">
                      <dgm:choose name="Name143">
                        <dgm:if name="Name144" func="var" arg="dir" op="equ" val="norm">
                          <dgm:alg type="hierChild">
                            <dgm:param type="chAlign" val="t"/>
                            <dgm:param type="linDir" val="fromL"/>
                          </dgm:alg>
                        </dgm:if>
                        <dgm:else name="Name145">
                          <dgm:alg type="hierChild">
                            <dgm:param type="chAlign" val="t"/>
                            <dgm:param type="linDir" val="fromR"/>
                          </dgm:alg>
                        </dgm:else>
                      </dgm:choose>
                    </dgm:if>
                    <dgm:if name="Name146" func="var" arg="hierBranch" op="equ" val="r">
                      <dgm:choose name="Name147">
                        <dgm:if name="Name148" func="var" arg="dir" op="equ" val="norm">
                          <dgm:alg type="hierChild">
                            <dgm:param type="chAlign" val="b"/>
                            <dgm:param type="linDir" val="fromL"/>
                          </dgm:alg>
                        </dgm:if>
                        <dgm:else name="Name149">
                          <dgm:alg type="hierChild">
                            <dgm:param type="chAlign" val="b"/>
                            <dgm:param type="linDir" val="fromR"/>
                          </dgm:alg>
                        </dgm:else>
                      </dgm:choose>
                    </dgm:if>
                    <dgm:if name="Name150" func="var" arg="hierBranch" op="equ" val="hang">
                      <dgm:choose name="Name151">
                        <dgm:if name="Name152" func="var" arg="dir" op="equ" val="norm">
                          <dgm:alg type="hierChild">
                            <dgm:param type="chAlign" val="l"/>
                            <dgm:param type="linDir" val="fromT"/>
                            <dgm:param type="secChAlign" val="t"/>
                            <dgm:param type="secLinDir" val="fromL"/>
                          </dgm:alg>
                        </dgm:if>
                        <dgm:else name="Name153">
                          <dgm:alg type="hierChild">
                            <dgm:param type="chAlign" val="r"/>
                            <dgm:param type="linDir" val="fromT"/>
                            <dgm:param type="secChAlign" val="t"/>
                            <dgm:param type="secLinDir" val="fromR"/>
                          </dgm:alg>
                        </dgm:else>
                      </dgm:choose>
                    </dgm:if>
                    <dgm:else name="Name154">
                      <dgm:choose name="Name155">
                        <dgm:if name="Name156" func="var" arg="dir" op="equ" val="norm">
                          <dgm:alg type="hierChild">
                            <dgm:param type="linDir" val="fromT"/>
                            <dgm:param type="chAlign" val="l"/>
                          </dgm:alg>
                        </dgm:if>
                        <dgm:else name="Name157">
                          <dgm:alg type="hierChild">
                            <dgm:param type="linDir" val="fromT"/>
                            <dgm:param type="ch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58" ref="rep2a"/>
                </dgm:layoutNode>
                <dgm:layoutNode name="hierChild7">
                  <dgm:choose name="Name159">
                    <dgm:if name="Name160" func="var" arg="dir" op="equ" val="norm">
                      <dgm:alg type="hierChild">
                        <dgm:param type="chAlign" val="l"/>
                        <dgm:param type="linDir" val="fromT"/>
                        <dgm:param type="secChAlign" val="t"/>
                        <dgm:param type="secLinDir" val="fromL"/>
                      </dgm:alg>
                    </dgm:if>
                    <dgm:else name="Name161">
                      <dgm:alg type="hierChild">
                        <dgm:param type="chAlign" val="r"/>
                        <dgm:param type="linDir" val="fromT"/>
                        <dgm:param type="secChAlign" val="t"/>
                        <dgm:param type="sec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62" ref="rep2b"/>
                </dgm:layoutNode>
              </dgm:layoutNode>
            </dgm:forEach>
          </dgm:layoutNode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9/3/layout/HorizontalOrganizationChart">
  <dgm:title val=""/>
  <dgm:desc val=""/>
  <dgm:catLst>
    <dgm:cat type="hierarchy" pri="43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305"/>
      <dgm:constr type="w" for="des" forName="rootComposite" refType="w" fact="10"/>
      <dgm:constr type="h" for="des" forName="rootComposite" refType="w" refFor="des" refForName="rootComposite1" fact="0.305"/>
      <dgm:constr type="w" for="des" forName="rootComposite3" refType="w" fact="10"/>
      <dgm:constr type="h" for="des" forName="rootComposite3" refType="w" refFor="des" refForName="rootComposite1" fact="0.305"/>
      <dgm:constr type="primFontSz" for="des" ptType="node" op="equ"/>
      <dgm:constr type="sp" for="des" op="equ"/>
      <dgm:constr type="sp" for="des" forName="hierRoot1" refType="w" refFor="des" refForName="rootComposite1" fact="0.2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125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125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func="var" arg="dir" op="equ" val="norm">
                  <dgm:alg type="hierRoot">
                    <dgm:param type="hierAlign" val="lT"/>
                  </dgm:alg>
                  <dgm:constrLst>
                    <dgm:constr type="alignOff" val="0.75"/>
                  </dgm:constrLst>
                </dgm:if>
                <dgm:else name="Name9">
                  <dgm:alg type="hierRoot">
                    <dgm:param type="hierAlign" val="rT"/>
                  </dgm:alg>
                  <dgm:constrLst>
                    <dgm:constr type="alignOff" val="0.75"/>
                  </dgm:constrLst>
                </dgm:else>
              </dgm:choose>
            </dgm:if>
            <dgm:if name="Name10" func="var" arg="hierBranch" op="equ" val="r">
              <dgm:choose name="Name11">
                <dgm:if name="Name12" func="var" arg="dir" op="equ" val="norm">
                  <dgm:alg type="hierRoot">
                    <dgm:param type="hierAlign" val="lB"/>
                  </dgm:alg>
                  <dgm:constrLst>
                    <dgm:constr type="alignOff" val="0.75"/>
                  </dgm:constrLst>
                </dgm:if>
                <dgm:else name="Name13">
                  <dgm:alg type="hierRoot">
                    <dgm:param type="hierAlign" val="rB"/>
                  </dgm:alg>
                  <dgm:constrLst>
                    <dgm:constr type="alignOff" val="0.75"/>
                  </dgm:constrLst>
                </dgm:else>
              </dgm:choose>
            </dgm:if>
            <dgm:if name="Name14" func="var" arg="hierBranch" op="equ" val="hang">
              <dgm:choose name="Name15">
                <dgm:if name="Name16" func="var" arg="dir" op="equ" val="norm">
                  <dgm:alg type="hierRoot">
                    <dgm:param type="hierAlign" val="lCtrCh"/>
                  </dgm:alg>
                  <dgm:constrLst>
                    <dgm:constr type="alignOff" val="0.65"/>
                  </dgm:constrLst>
                </dgm:if>
                <dgm:else name="Name17">
                  <dgm:alg type="hierRoot">
                    <dgm:param type="hierAlign" val="rCtrCh"/>
                  </dgm:alg>
                  <dgm:constrLst>
                    <dgm:constr type="alignOff" val="0.65"/>
                  </dgm:constrLst>
                </dgm:else>
              </dgm:choose>
            </dgm:if>
            <dgm:else name="Name18">
              <dgm:choose name="Name19">
                <dgm:if name="Name20" func="var" arg="dir" op="equ" val="norm">
                  <dgm:alg type="hierRoot">
                    <dgm:param type="hierAlign" val="lCtrCh"/>
                  </dgm:alg>
                  <dgm:constrLst>
                    <dgm:constr type="alignOff"/>
                    <dgm:constr type="bendDist" for="des" ptType="parTrans" refType="sp" fact="0.5"/>
                  </dgm:constrLst>
                </dgm:if>
                <dgm:else name="Name21">
                  <dgm:alg type="hierRoot">
                    <dgm:param type="hierAlign" val="rCtrCh"/>
                  </dgm:alg>
                  <dgm:constrLst>
                    <dgm:constr type="alignOff"/>
                    <dgm:constr type="bendDist" for="des" ptType="parTrans" refType="sp" fact="0.5"/>
                  </dgm:constrLst>
                </dgm:else>
              </dgm:choose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22">
              <dgm:if name="Name23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24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25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6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7">
              <dgm:if name="Name28" func="var" arg="hierBranch" op="equ" val="l">
                <dgm:choose name="Name29">
                  <dgm:if name="Name30" func="var" arg="dir" op="equ" val="norm">
                    <dgm:alg type="hierChild">
                      <dgm:param type="chAlign" val="t"/>
                      <dgm:param type="linDir" val="fromL"/>
                    </dgm:alg>
                  </dgm:if>
                  <dgm:else name="Name31">
                    <dgm:alg type="hierChild">
                      <dgm:param type="chAlign" val="t"/>
                      <dgm:param type="linDir" val="fromR"/>
                    </dgm:alg>
                  </dgm:else>
                </dgm:choose>
              </dgm:if>
              <dgm:if name="Name32" func="var" arg="hierBranch" op="equ" val="r">
                <dgm:choose name="Name33">
                  <dgm:if name="Name34" func="var" arg="dir" op="equ" val="norm">
                    <dgm:alg type="hierChild">
                      <dgm:param type="chAlign" val="b"/>
                      <dgm:param type="linDir" val="fromL"/>
                    </dgm:alg>
                  </dgm:if>
                  <dgm:else name="Name35">
                    <dgm:alg type="hierChild">
                      <dgm:param type="chAlign" val="b"/>
                      <dgm:param type="linDir" val="fromR"/>
                    </dgm:alg>
                  </dgm:else>
                </dgm:choose>
              </dgm:if>
              <dgm:if name="Name36" func="var" arg="hierBranch" op="equ" val="hang">
                <dgm:choose name="Name37">
                  <dgm:if name="Name38" func="var" arg="dir" op="equ" val="norm">
                    <dgm:alg type="hierChild">
                      <dgm:param type="chAlign" val="l"/>
                      <dgm:param type="linDir" val="fromT"/>
                      <dgm:param type="secChAlign" val="t"/>
                      <dgm:param type="secLinDir" val="fromL"/>
                    </dgm:alg>
                  </dgm:if>
                  <dgm:else name="Name39">
                    <dgm:alg type="hierChild">
                      <dgm:param type="chAlign" val="r"/>
                      <dgm:param type="linDir" val="fromT"/>
                      <dgm:param type="secChAlign" val="t"/>
                      <dgm:param type="secLinDir" val="fromR"/>
                    </dgm:alg>
                  </dgm:else>
                </dgm:choose>
              </dgm:if>
              <dgm:else name="Name40">
                <dgm:choose name="Name41">
                  <dgm:if name="Name42" func="var" arg="dir" op="equ" val="norm">
                    <dgm:alg type="hierChild">
                      <dgm:param type="linDir" val="fromT"/>
                      <dgm:param type="chAlign" val="l"/>
                    </dgm:alg>
                  </dgm:if>
                  <dgm:else name="Name43">
                    <dgm:alg type="hierChild">
                      <dgm:param type="linDir" val="fromT"/>
                      <dgm:param type="chAlign" val="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44" axis="precedSib" ptType="parTrans" st="-1" cnt="1">
                <dgm:choose name="Name45">
                  <dgm:if name="Name46" func="var" arg="hierBranch" op="equ" val="hang">
                    <dgm:layoutNode name="Name47">
                      <dgm:choose name="Name48">
                        <dgm:if name="Name49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bCtr tCtr"/>
                          </dgm:alg>
                        </dgm:if>
                        <dgm:else name="Name50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bCtr t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51" func="var" arg="hierBranch" op="equ" val="l">
                    <dgm:layoutNode name="Name52">
                      <dgm:choose name="Name53">
                        <dgm:if name="Name54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tCtr"/>
                          </dgm:alg>
                        </dgm:if>
                        <dgm:else name="Name55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t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56" func="var" arg="hierBranch" op="equ" val="r">
                    <dgm:layoutNode name="Name57">
                      <dgm:choose name="Name58">
                        <dgm:if name="Name59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bCtr"/>
                          </dgm:alg>
                        </dgm:if>
                        <dgm:else name="Name60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b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61">
                    <dgm:choose name="Name62">
                      <dgm:if name="Name63" func="var" arg="dir" op="equ" val="norm">
                        <dgm:layoutNode name="Name64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midL"/>
                            <dgm:param type="bendPt" val="end"/>
                          </dgm:alg>
                          <dgm:shape xmlns:r="http://schemas.openxmlformats.org/officeDocument/2006/relationships" type="conn" r:blip="" zOrderOff="-99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if>
                      <dgm:else name="Name65">
                        <dgm:layoutNode name="Name66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midR"/>
                            <dgm:param type="bendPt" val="end"/>
                          </dgm:alg>
                          <dgm:shape xmlns:r="http://schemas.openxmlformats.org/officeDocument/2006/relationships" type="conn" r:blip="" zOrderOff="-99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else>
                    </dgm:choos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7">
                  <dgm:if name="Name68" func="var" arg="hierBranch" op="equ" val="l">
                    <dgm:choose name="Name69">
                      <dgm:if name="Name70" func="var" arg="dir" op="equ" val="norm">
                        <dgm:alg type="hierRoot">
                          <dgm:param type="hierAlign" val="lT"/>
                        </dgm:alg>
                        <dgm:constrLst>
                          <dgm:constr type="alignOff" val="0.75"/>
                        </dgm:constrLst>
                      </dgm:if>
                      <dgm:else name="Name71">
                        <dgm:alg type="hierRoot">
                          <dgm:param type="hierAlign" val="rT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72" func="var" arg="hierBranch" op="equ" val="r">
                    <dgm:choose name="Name73">
                      <dgm:if name="Name74" func="var" arg="dir" op="equ" val="norm">
                        <dgm:alg type="hierRoot">
                          <dgm:param type="hierAlign" val="lB"/>
                        </dgm:alg>
                        <dgm:constrLst>
                          <dgm:constr type="alignOff" val="0.75"/>
                        </dgm:constrLst>
                      </dgm:if>
                      <dgm:else name="Name75">
                        <dgm:alg type="hierRoot">
                          <dgm:param type="hierAlign" val="rB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76" func="var" arg="hierBranch" op="equ" val="hang">
                    <dgm:choose name="Name77">
                      <dgm:if name="Name78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 val="0.65"/>
                        </dgm:constrLst>
                      </dgm:if>
                      <dgm:else name="Name79">
                        <dgm:alg type="hierRoot">
                          <dgm:param type="hierAlign" val="rCtrCh"/>
                        </dgm:alg>
                        <dgm:constrLst>
                          <dgm:constr type="alignOff" val="0.65"/>
                        </dgm:constrLst>
                      </dgm:else>
                    </dgm:choose>
                  </dgm:if>
                  <dgm:else name="Name80">
                    <dgm:choose name="Name81">
                      <dgm:if name="Name82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if>
                      <dgm:else name="Name83">
                        <dgm:alg type="hierRoot">
                          <dgm:param type="hierAlign" val="r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84">
                    <dgm:if name="Name85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6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7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8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9">
                    <dgm:if name="Name90" func="var" arg="hierBranch" op="equ" val="l">
                      <dgm:choose name="Name91">
                        <dgm:if name="Name92" func="var" arg="dir" op="equ" val="norm">
                          <dgm:alg type="hierChild">
                            <dgm:param type="chAlign" val="t"/>
                            <dgm:param type="linDir" val="fromL"/>
                          </dgm:alg>
                        </dgm:if>
                        <dgm:else name="Name93">
                          <dgm:alg type="hierChild">
                            <dgm:param type="chAlign" val="t"/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r">
                      <dgm:choose name="Name95">
                        <dgm:if name="Name96" func="var" arg="dir" op="equ" val="norm">
                          <dgm:alg type="hierChild">
                            <dgm:param type="chAlign" val="b"/>
                            <dgm:param type="linDir" val="fromL"/>
                          </dgm:alg>
                        </dgm:if>
                        <dgm:else name="Name97">
                          <dgm:alg type="hierChild">
                            <dgm:param type="chAlign" val="b"/>
                            <dgm:param type="linDir" val="fromR"/>
                          </dgm:alg>
                        </dgm:else>
                      </dgm:choose>
                    </dgm:if>
                    <dgm:if name="Name98" func="var" arg="hierBranch" op="equ" val="hang">
                      <dgm:choose name="Name99">
                        <dgm:if name="Name100" func="var" arg="dir" op="equ" val="norm">
                          <dgm:alg type="hierChild">
                            <dgm:param type="chAlign" val="l"/>
                            <dgm:param type="linDir" val="fromT"/>
                            <dgm:param type="secChAlign" val="t"/>
                            <dgm:param type="secLinDir" val="fromL"/>
                          </dgm:alg>
                        </dgm:if>
                        <dgm:else name="Name101">
                          <dgm:alg type="hierChild">
                            <dgm:param type="chAlign" val="r"/>
                            <dgm:param type="linDir" val="fromT"/>
                            <dgm:param type="secChAlign" val="t"/>
                            <dgm:param type="secLinDir" val="fromR"/>
                          </dgm:alg>
                        </dgm:else>
                      </dgm:choose>
                    </dgm:if>
                    <dgm:else name="Name102">
                      <dgm:choose name="Name103">
                        <dgm:if name="Name104" func="var" arg="dir" op="equ" val="norm">
                          <dgm:alg type="hierChild">
                            <dgm:param type="linDir" val="fromT"/>
                            <dgm:param type="chAlign" val="l"/>
                          </dgm:alg>
                        </dgm:if>
                        <dgm:else name="Name105">
                          <dgm:alg type="hierChild">
                            <dgm:param type="linDir" val="fromT"/>
                            <dgm:param type="ch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a"/>
                </dgm:layoutNode>
                <dgm:layoutNode name="hierChild5">
                  <dgm:choose name="Name107">
                    <dgm:if name="Name108" func="var" arg="dir" op="equ" val="norm">
                      <dgm:alg type="hierChild">
                        <dgm:param type="chAlign" val="l"/>
                        <dgm:param type="linDir" val="fromT"/>
                        <dgm:param type="secChAlign" val="t"/>
                        <dgm:param type="secLinDir" val="fromL"/>
                      </dgm:alg>
                    </dgm:if>
                    <dgm:else name="Name109">
                      <dgm:alg type="hierChild">
                        <dgm:param type="chAlign" val="r"/>
                        <dgm:param type="linDir" val="fromT"/>
                        <dgm:param type="secChAlign" val="t"/>
                        <dgm:param type="sec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10" ref="rep2b"/>
                </dgm:layoutNode>
              </dgm:layoutNode>
            </dgm:forEach>
          </dgm:layoutNode>
          <dgm:layoutNode name="hierChild3">
            <dgm:choose name="Name111">
              <dgm:if name="Name112" func="var" arg="dir" op="equ" val="norm">
                <dgm:alg type="hierChild">
                  <dgm:param type="chAlign" val="l"/>
                  <dgm:param type="linDir" val="fromT"/>
                  <dgm:param type="secChAlign" val="t"/>
                  <dgm:param type="secLinDir" val="fromL"/>
                </dgm:alg>
              </dgm:if>
              <dgm:else name="Name113">
                <dgm:alg type="hierChild">
                  <dgm:param type="chAlign" val="r"/>
                  <dgm:param type="linDir" val="fromT"/>
                  <dgm:param type="secChAlign" val="t"/>
                  <dgm:param type="sec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4" axis="precedSib" ptType="parTrans" st="-1" cnt="1">
                <dgm:layoutNode name="Name115">
                  <dgm:choose name="Name116">
                    <dgm:if name="Name117" func="var" arg="dir" op="equ" val="norm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midR"/>
                        <dgm:param type="endPts" val="bCtr tCtr"/>
                      </dgm:alg>
                    </dgm:if>
                    <dgm:else name="Name11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midL"/>
                        <dgm:param type="endPts" val="bCtr tCtr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9">
                  <dgm:if name="Name120" func="var" arg="hierBranch" op="equ" val="l">
                    <dgm:choose name="Name121">
                      <dgm:if name="Name122" func="var" arg="dir" op="equ" val="norm">
                        <dgm:alg type="hierRoot">
                          <dgm:param type="hierAlign" val="lT"/>
                        </dgm:alg>
                        <dgm:constrLst>
                          <dgm:constr type="alignOff" val="0.75"/>
                        </dgm:constrLst>
                      </dgm:if>
                      <dgm:else name="Name123">
                        <dgm:alg type="hierRoot">
                          <dgm:param type="hierAlign" val="rT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124" func="var" arg="hierBranch" op="equ" val="r">
                    <dgm:choose name="Name125">
                      <dgm:if name="Name126" func="var" arg="dir" op="equ" val="norm">
                        <dgm:alg type="hierRoot">
                          <dgm:param type="hierAlign" val="lB"/>
                        </dgm:alg>
                        <dgm:constrLst>
                          <dgm:constr type="alignOff" val="0.75"/>
                        </dgm:constrLst>
                      </dgm:if>
                      <dgm:else name="Name127">
                        <dgm:alg type="hierRoot">
                          <dgm:param type="hierAlign" val="rB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128" func="var" arg="hierBranch" op="equ" val="hang">
                    <dgm:choose name="Name129">
                      <dgm:if name="Name130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 val="0.65"/>
                        </dgm:constrLst>
                      </dgm:if>
                      <dgm:else name="Name131">
                        <dgm:alg type="hierRoot">
                          <dgm:param type="hierAlign" val="rCtrCh"/>
                        </dgm:alg>
                        <dgm:constrLst>
                          <dgm:constr type="alignOff" val="0.65"/>
                        </dgm:constrLst>
                      </dgm:else>
                    </dgm:choose>
                  </dgm:if>
                  <dgm:else name="Name132">
                    <dgm:choose name="Name133">
                      <dgm:if name="Name134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if>
                      <dgm:else name="Name135">
                        <dgm:alg type="hierRoot">
                          <dgm:param type="hierAlign" val="r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36">
                    <dgm:if name="Name137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38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39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40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41">
                    <dgm:if name="Name142" func="var" arg="hierBranch" op="equ" val="l">
                      <dgm:choose name="Name143">
                        <dgm:if name="Name144" func="var" arg="dir" op="equ" val="norm">
                          <dgm:alg type="hierChild">
                            <dgm:param type="chAlign" val="t"/>
                            <dgm:param type="linDir" val="fromL"/>
                          </dgm:alg>
                        </dgm:if>
                        <dgm:else name="Name145">
                          <dgm:alg type="hierChild">
                            <dgm:param type="chAlign" val="t"/>
                            <dgm:param type="linDir" val="fromR"/>
                          </dgm:alg>
                        </dgm:else>
                      </dgm:choose>
                    </dgm:if>
                    <dgm:if name="Name146" func="var" arg="hierBranch" op="equ" val="r">
                      <dgm:choose name="Name147">
                        <dgm:if name="Name148" func="var" arg="dir" op="equ" val="norm">
                          <dgm:alg type="hierChild">
                            <dgm:param type="chAlign" val="b"/>
                            <dgm:param type="linDir" val="fromL"/>
                          </dgm:alg>
                        </dgm:if>
                        <dgm:else name="Name149">
                          <dgm:alg type="hierChild">
                            <dgm:param type="chAlign" val="b"/>
                            <dgm:param type="linDir" val="fromR"/>
                          </dgm:alg>
                        </dgm:else>
                      </dgm:choose>
                    </dgm:if>
                    <dgm:if name="Name150" func="var" arg="hierBranch" op="equ" val="hang">
                      <dgm:choose name="Name151">
                        <dgm:if name="Name152" func="var" arg="dir" op="equ" val="norm">
                          <dgm:alg type="hierChild">
                            <dgm:param type="chAlign" val="l"/>
                            <dgm:param type="linDir" val="fromT"/>
                            <dgm:param type="secChAlign" val="t"/>
                            <dgm:param type="secLinDir" val="fromL"/>
                          </dgm:alg>
                        </dgm:if>
                        <dgm:else name="Name153">
                          <dgm:alg type="hierChild">
                            <dgm:param type="chAlign" val="r"/>
                            <dgm:param type="linDir" val="fromT"/>
                            <dgm:param type="secChAlign" val="t"/>
                            <dgm:param type="secLinDir" val="fromR"/>
                          </dgm:alg>
                        </dgm:else>
                      </dgm:choose>
                    </dgm:if>
                    <dgm:else name="Name154">
                      <dgm:choose name="Name155">
                        <dgm:if name="Name156" func="var" arg="dir" op="equ" val="norm">
                          <dgm:alg type="hierChild">
                            <dgm:param type="linDir" val="fromT"/>
                            <dgm:param type="chAlign" val="l"/>
                          </dgm:alg>
                        </dgm:if>
                        <dgm:else name="Name157">
                          <dgm:alg type="hierChild">
                            <dgm:param type="linDir" val="fromT"/>
                            <dgm:param type="ch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58" ref="rep2a"/>
                </dgm:layoutNode>
                <dgm:layoutNode name="hierChild7">
                  <dgm:choose name="Name159">
                    <dgm:if name="Name160" func="var" arg="dir" op="equ" val="norm">
                      <dgm:alg type="hierChild">
                        <dgm:param type="chAlign" val="l"/>
                        <dgm:param type="linDir" val="fromT"/>
                        <dgm:param type="secChAlign" val="t"/>
                        <dgm:param type="secLinDir" val="fromL"/>
                      </dgm:alg>
                    </dgm:if>
                    <dgm:else name="Name161">
                      <dgm:alg type="hierChild">
                        <dgm:param type="chAlign" val="r"/>
                        <dgm:param type="linDir" val="fromT"/>
                        <dgm:param type="secChAlign" val="t"/>
                        <dgm:param type="sec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62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9E456B9-8DA0-46CE-84BE-33F0A756E8D7}" type="datetimeFigureOut">
              <a:rPr lang="en-IN" smtClean="0"/>
              <a:t>29-06-2026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5AF94B7-734A-45EF-BFA3-1F4CC6A43A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82997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E5FABD-26C8-4F74-B1E3-45BC91BC9D7B}" type="slidenum">
              <a:rPr lang="en-US" noProof="0" smtClean="0"/>
              <a:pPr/>
              <a:t>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2732979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19B5E6-68B9-4019-99AA-7ED40C046B1A}" type="datetimeFigureOut">
              <a:rPr lang="en-IN" smtClean="0"/>
              <a:t>29-06-2026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3D6C5C-FC96-4AEC-8400-D029801759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60386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19B5E6-68B9-4019-99AA-7ED40C046B1A}" type="datetimeFigureOut">
              <a:rPr lang="en-IN" smtClean="0"/>
              <a:t>29-06-2026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3D6C5C-FC96-4AEC-8400-D029801759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28728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19B5E6-68B9-4019-99AA-7ED40C046B1A}" type="datetimeFigureOut">
              <a:rPr lang="en-IN" smtClean="0"/>
              <a:t>29-06-2026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3D6C5C-FC96-4AEC-8400-D029801759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43472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19B5E6-68B9-4019-99AA-7ED40C046B1A}" type="datetimeFigureOut">
              <a:rPr lang="en-IN" smtClean="0"/>
              <a:t>29-06-2026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3D6C5C-FC96-4AEC-8400-D029801759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77851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19B5E6-68B9-4019-99AA-7ED40C046B1A}" type="datetimeFigureOut">
              <a:rPr lang="en-IN" smtClean="0"/>
              <a:t>29-06-2026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3D6C5C-FC96-4AEC-8400-D029801759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53780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19B5E6-68B9-4019-99AA-7ED40C046B1A}" type="datetimeFigureOut">
              <a:rPr lang="en-IN" smtClean="0"/>
              <a:t>29-06-2026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3D6C5C-FC96-4AEC-8400-D029801759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10883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19B5E6-68B9-4019-99AA-7ED40C046B1A}" type="datetimeFigureOut">
              <a:rPr lang="en-IN" smtClean="0"/>
              <a:t>29-06-2026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3D6C5C-FC96-4AEC-8400-D029801759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6659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19B5E6-68B9-4019-99AA-7ED40C046B1A}" type="datetimeFigureOut">
              <a:rPr lang="en-IN" smtClean="0"/>
              <a:t>29-06-2026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3D6C5C-FC96-4AEC-8400-D029801759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26939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19B5E6-68B9-4019-99AA-7ED40C046B1A}" type="datetimeFigureOut">
              <a:rPr lang="en-IN" smtClean="0"/>
              <a:t>29-06-2026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3D6C5C-FC96-4AEC-8400-D029801759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74024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19B5E6-68B9-4019-99AA-7ED40C046B1A}" type="datetimeFigureOut">
              <a:rPr lang="en-IN" smtClean="0"/>
              <a:t>29-06-2026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3D6C5C-FC96-4AEC-8400-D029801759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35828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19B5E6-68B9-4019-99AA-7ED40C046B1A}" type="datetimeFigureOut">
              <a:rPr lang="en-IN" smtClean="0"/>
              <a:t>29-06-2026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3D6C5C-FC96-4AEC-8400-D029801759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564425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am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24">
            <a:extLst>
              <a:ext uri="{FF2B5EF4-FFF2-40B4-BE49-F238E27FC236}">
                <a16:creationId xmlns:a16="http://schemas.microsoft.com/office/drawing/2014/main" id="{A7D9F21A-75CF-6045-8FA1-C4F4E21B699C}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AEA7E377-BB07-FA43-B532-10A92EE030B0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F18DE645-B3D5-2F4E-AAD6-002FEF13A310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36" name="Freeform 35">
              <a:extLst>
                <a:ext uri="{FF2B5EF4-FFF2-40B4-BE49-F238E27FC236}">
                  <a16:creationId xmlns:a16="http://schemas.microsoft.com/office/drawing/2014/main" id="{B90F6499-BA50-2340-A026-32C79B6BFAF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38" name="Picture Placeholder 25">
            <a:extLst>
              <a:ext uri="{FF2B5EF4-FFF2-40B4-BE49-F238E27FC236}">
                <a16:creationId xmlns:a16="http://schemas.microsoft.com/office/drawing/2014/main" id="{2274C164-503B-E746-A155-849A9BC2406E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954268" y="2572883"/>
            <a:ext cx="2118245" cy="2037217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1" name="Title 1">
            <a:extLst>
              <a:ext uri="{FF2B5EF4-FFF2-40B4-BE49-F238E27FC236}">
                <a16:creationId xmlns:a16="http://schemas.microsoft.com/office/drawing/2014/main" id="{E2F20AFE-B282-5146-B0D6-F2FC1B6D30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022" y="879063"/>
            <a:ext cx="7532277" cy="610863"/>
          </a:xfrm>
          <a:prstGeom prst="rect">
            <a:avLst/>
          </a:prstGeom>
        </p:spPr>
        <p:txBody>
          <a:bodyPr lIns="0" tIns="0" rIns="0" bIns="0" anchor="b" anchorCtr="0">
            <a:norm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F777D2F0-DE3F-8343-B97A-E7FA440532FD}"/>
              </a:ext>
            </a:extLst>
          </p:cNvPr>
          <p:cNvCxnSpPr>
            <a:cxnSpLocks/>
          </p:cNvCxnSpPr>
          <p:nvPr userDrawn="1"/>
        </p:nvCxnSpPr>
        <p:spPr>
          <a:xfrm>
            <a:off x="952500" y="1939108"/>
            <a:ext cx="2133600" cy="0"/>
          </a:xfrm>
          <a:prstGeom prst="line">
            <a:avLst/>
          </a:prstGeom>
          <a:ln w="1016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3" name="Picture Placeholder 25">
            <a:extLst>
              <a:ext uri="{FF2B5EF4-FFF2-40B4-BE49-F238E27FC236}">
                <a16:creationId xmlns:a16="http://schemas.microsoft.com/office/drawing/2014/main" id="{AF1B5ED8-33F6-FB44-AA92-F0D227BB310C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658280" y="2572883"/>
            <a:ext cx="2118245" cy="2037217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2" name="Text Placeholder 29">
            <a:extLst>
              <a:ext uri="{FF2B5EF4-FFF2-40B4-BE49-F238E27FC236}">
                <a16:creationId xmlns:a16="http://schemas.microsoft.com/office/drawing/2014/main" id="{0D824BDD-2D23-C943-8FE9-60B7B23B5EC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52500" y="5393169"/>
            <a:ext cx="2133600" cy="369332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3" name="Text Placeholder 29">
            <a:extLst>
              <a:ext uri="{FF2B5EF4-FFF2-40B4-BE49-F238E27FC236}">
                <a16:creationId xmlns:a16="http://schemas.microsoft.com/office/drawing/2014/main" id="{2F3D441E-DFB1-084B-8192-C6CBECCA40B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52500" y="4986745"/>
            <a:ext cx="2133600" cy="205837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400"/>
              </a:spcBef>
              <a:buNone/>
              <a:defRPr sz="1800" b="0" i="0" spc="0" baseline="0">
                <a:solidFill>
                  <a:schemeClr val="bg1"/>
                </a:solidFill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4" name="Text Placeholder 29">
            <a:extLst>
              <a:ext uri="{FF2B5EF4-FFF2-40B4-BE49-F238E27FC236}">
                <a16:creationId xmlns:a16="http://schemas.microsoft.com/office/drawing/2014/main" id="{25797825-E7AE-2C41-A965-E6F0D70D974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663042" y="5393169"/>
            <a:ext cx="2128157" cy="369332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5" name="Text Placeholder 29">
            <a:extLst>
              <a:ext uri="{FF2B5EF4-FFF2-40B4-BE49-F238E27FC236}">
                <a16:creationId xmlns:a16="http://schemas.microsoft.com/office/drawing/2014/main" id="{63C1927C-E23B-204E-9F3A-2A67D2BF702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663042" y="4986745"/>
            <a:ext cx="2128157" cy="205837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400"/>
              </a:spcBef>
              <a:buNone/>
              <a:defRPr sz="1800" b="0" i="0" spc="0" baseline="0">
                <a:solidFill>
                  <a:schemeClr val="bg1"/>
                </a:solidFill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6" name="Text Placeholder 29">
            <a:extLst>
              <a:ext uri="{FF2B5EF4-FFF2-40B4-BE49-F238E27FC236}">
                <a16:creationId xmlns:a16="http://schemas.microsoft.com/office/drawing/2014/main" id="{EC81F0F5-C204-7248-A336-A655814A8A3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367054" y="5393169"/>
            <a:ext cx="2129245" cy="369332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7" name="Text Placeholder 29">
            <a:extLst>
              <a:ext uri="{FF2B5EF4-FFF2-40B4-BE49-F238E27FC236}">
                <a16:creationId xmlns:a16="http://schemas.microsoft.com/office/drawing/2014/main" id="{C9FEF82E-4E9C-8343-9D36-C4A00D7137CC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367054" y="4986745"/>
            <a:ext cx="2129245" cy="205837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400"/>
              </a:spcBef>
              <a:buNone/>
              <a:defRPr sz="1800" b="0" i="0" spc="0" baseline="0">
                <a:solidFill>
                  <a:schemeClr val="bg1"/>
                </a:solidFill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8" name="Text Placeholder 29">
            <a:extLst>
              <a:ext uri="{FF2B5EF4-FFF2-40B4-BE49-F238E27FC236}">
                <a16:creationId xmlns:a16="http://schemas.microsoft.com/office/drawing/2014/main" id="{F8AF6664-A005-7A42-9AEF-C5AA5603E49D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110254" y="5393169"/>
            <a:ext cx="2129245" cy="369332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9" name="Text Placeholder 29">
            <a:extLst>
              <a:ext uri="{FF2B5EF4-FFF2-40B4-BE49-F238E27FC236}">
                <a16:creationId xmlns:a16="http://schemas.microsoft.com/office/drawing/2014/main" id="{5F6C1E52-E2B6-5F45-A863-5BB35ABAFCD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110254" y="4986745"/>
            <a:ext cx="2129245" cy="205837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400"/>
              </a:spcBef>
              <a:buNone/>
              <a:defRPr sz="1800" b="0" i="0" spc="0" baseline="0">
                <a:solidFill>
                  <a:schemeClr val="bg1"/>
                </a:solidFill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EFD0B2D5-B3C2-D847-A220-86CB6A37E418}"/>
              </a:ext>
            </a:extLst>
          </p:cNvPr>
          <p:cNvGrpSpPr/>
          <p:nvPr userDrawn="1"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28" name="AutoShape 24">
              <a:extLst>
                <a:ext uri="{FF2B5EF4-FFF2-40B4-BE49-F238E27FC236}">
                  <a16:creationId xmlns:a16="http://schemas.microsoft.com/office/drawing/2014/main" id="{A7FD25A4-760F-814C-915F-DD6E89CA3A40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A0CC8369-E81F-D447-87D8-1AF0C58EAC07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30" name="Freeform 29">
              <a:extLst>
                <a:ext uri="{FF2B5EF4-FFF2-40B4-BE49-F238E27FC236}">
                  <a16:creationId xmlns:a16="http://schemas.microsoft.com/office/drawing/2014/main" id="{C41CA81E-EF54-D048-8775-CD4AB37A7DF6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D95A4B85-923E-B641-B239-2A1999AB294B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32" name="Freeform 31">
              <a:extLst>
                <a:ext uri="{FF2B5EF4-FFF2-40B4-BE49-F238E27FC236}">
                  <a16:creationId xmlns:a16="http://schemas.microsoft.com/office/drawing/2014/main" id="{501386DC-76EB-F34E-AD0E-22957D3B38D5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66" name="Picture Placeholder 25">
            <a:extLst>
              <a:ext uri="{FF2B5EF4-FFF2-40B4-BE49-F238E27FC236}">
                <a16:creationId xmlns:a16="http://schemas.microsoft.com/office/drawing/2014/main" id="{2D21D633-C51E-E94E-BAE3-96F52F76E496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6362292" y="2572883"/>
            <a:ext cx="2118245" cy="2037217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9" name="Picture Placeholder 25">
            <a:extLst>
              <a:ext uri="{FF2B5EF4-FFF2-40B4-BE49-F238E27FC236}">
                <a16:creationId xmlns:a16="http://schemas.microsoft.com/office/drawing/2014/main" id="{639EFA5A-9C69-DF4D-81B7-FA1F8CCCF934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9112023" y="2572883"/>
            <a:ext cx="2118245" cy="2037217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ED89364-B1CB-4E72-A6BB-95A34B50661C}"/>
              </a:ext>
            </a:extLst>
          </p:cNvPr>
          <p:cNvSpPr>
            <a:spLocks noGrp="1"/>
          </p:cNvSpPr>
          <p:nvPr>
            <p:ph type="dt" sz="half" idx="32"/>
          </p:nvPr>
        </p:nvSpPr>
        <p:spPr/>
        <p:txBody>
          <a:bodyPr/>
          <a:lstStyle/>
          <a:p>
            <a:fld id="{6FCA8E82-58CD-E045-8B98-B7A85B79B752}" type="datetime4">
              <a:rPr lang="en-US" smtClean="0"/>
              <a:pPr/>
              <a:t>June 29, 2026</a:t>
            </a:fld>
            <a:endParaRPr lang="en-US" dirty="0">
              <a:latin typeface="+mn-lt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E09328F-B310-4BF3-883E-BA9A39676AF2}"/>
              </a:ext>
            </a:extLst>
          </p:cNvPr>
          <p:cNvSpPr>
            <a:spLocks noGrp="1"/>
          </p:cNvSpPr>
          <p:nvPr>
            <p:ph type="ftr" sz="quarter" idx="33"/>
          </p:nvPr>
        </p:nvSpPr>
        <p:spPr/>
        <p:txBody>
          <a:bodyPr/>
          <a:lstStyle/>
          <a:p>
            <a:r>
              <a:rPr lang="en-US"/>
              <a:t>Annual Review</a:t>
            </a:r>
            <a:endParaRPr lang="en-US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192EF2-9336-43EF-A365-1F54000F7DE9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01250093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304">
          <p15:clr>
            <a:srgbClr val="FBAE40"/>
          </p15:clr>
        </p15:guide>
        <p15:guide id="4" pos="4008">
          <p15:clr>
            <a:srgbClr val="FBAE40"/>
          </p15:clr>
        </p15:guide>
        <p15:guide id="5" pos="1944">
          <p15:clr>
            <a:srgbClr val="FBAE40"/>
          </p15:clr>
        </p15:guide>
        <p15:guide id="6" pos="3648">
          <p15:clr>
            <a:srgbClr val="FBAE40"/>
          </p15:clr>
        </p15:guide>
        <p15:guide id="7" orient="horz" pos="1392">
          <p15:clr>
            <a:srgbClr val="FBAE40"/>
          </p15:clr>
        </p15:guide>
        <p15:guide id="8" orient="horz" pos="552">
          <p15:clr>
            <a:srgbClr val="FBAE40"/>
          </p15:clr>
        </p15:guide>
        <p15:guide id="9" orient="horz" pos="1224">
          <p15:clr>
            <a:srgbClr val="FBAE40"/>
          </p15:clr>
        </p15:guide>
        <p15:guide id="10" pos="5352">
          <p15:clr>
            <a:srgbClr val="FBAE40"/>
          </p15:clr>
        </p15:guide>
        <p15:guide id="11" pos="5736">
          <p15:clr>
            <a:srgbClr val="FBAE40"/>
          </p15:clr>
        </p15:guide>
        <p15:guide id="12" orient="horz" pos="2904">
          <p15:clr>
            <a:srgbClr val="FBAE40"/>
          </p15:clr>
        </p15:guide>
        <p15:guide id="13" orient="horz" pos="1608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ONLY_Blue_Triangle patch B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605BCA9F-FC20-461D-9118-7EC2AC28D0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175958" y="0"/>
            <a:ext cx="9016043" cy="6858000"/>
          </a:xfrm>
          <a:custGeom>
            <a:avLst/>
            <a:gdLst>
              <a:gd name="connsiteX0" fmla="*/ 5153328 w 9016043"/>
              <a:gd name="connsiteY0" fmla="*/ 0 h 6858000"/>
              <a:gd name="connsiteX1" fmla="*/ 9016043 w 9016043"/>
              <a:gd name="connsiteY1" fmla="*/ 0 h 6858000"/>
              <a:gd name="connsiteX2" fmla="*/ 9016043 w 9016043"/>
              <a:gd name="connsiteY2" fmla="*/ 6858000 h 6858000"/>
              <a:gd name="connsiteX3" fmla="*/ 0 w 9016043"/>
              <a:gd name="connsiteY3" fmla="*/ 6858000 h 6858000"/>
              <a:gd name="connsiteX4" fmla="*/ 5153328 w 9016043"/>
              <a:gd name="connsiteY4" fmla="*/ 6818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016043" h="6858000">
                <a:moveTo>
                  <a:pt x="5153328" y="0"/>
                </a:moveTo>
                <a:lnTo>
                  <a:pt x="9016043" y="0"/>
                </a:lnTo>
                <a:lnTo>
                  <a:pt x="9016043" y="6858000"/>
                </a:lnTo>
                <a:lnTo>
                  <a:pt x="0" y="6858000"/>
                </a:lnTo>
                <a:lnTo>
                  <a:pt x="5153328" y="68183"/>
                </a:lnTo>
                <a:close/>
              </a:path>
            </a:pathLst>
          </a:custGeom>
          <a:solidFill>
            <a:srgbClr val="EEEE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noProof="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2DBF2FB3-2A18-4DFA-BE67-CBEB450840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0CE973A6-10E7-4E33-AA8B-7240F91970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1994166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19B5E6-68B9-4019-99AA-7ED40C046B1A}" type="datetimeFigureOut">
              <a:rPr lang="en-IN" smtClean="0"/>
              <a:t>29-06-2026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3D6C5C-FC96-4AEC-8400-D029801759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004685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1" r:id="rId1"/>
    <p:sldLayoutId id="2147483762" r:id="rId2"/>
    <p:sldLayoutId id="2147483763" r:id="rId3"/>
    <p:sldLayoutId id="2147483764" r:id="rId4"/>
    <p:sldLayoutId id="2147483765" r:id="rId5"/>
    <p:sldLayoutId id="2147483766" r:id="rId6"/>
    <p:sldLayoutId id="2147483767" r:id="rId7"/>
    <p:sldLayoutId id="2147483768" r:id="rId8"/>
    <p:sldLayoutId id="2147483769" r:id="rId9"/>
    <p:sldLayoutId id="2147483770" r:id="rId10"/>
    <p:sldLayoutId id="2147483771" r:id="rId11"/>
    <p:sldLayoutId id="2147483772" r:id="rId12"/>
    <p:sldLayoutId id="2147483773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diagramLayout" Target="../diagrams/layout1.xml"/><Relationship Id="rId7" Type="http://schemas.openxmlformats.org/officeDocument/2006/relationships/image" Target="../media/image3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diagramLayout" Target="../diagrams/layout2.xml"/><Relationship Id="rId7" Type="http://schemas.openxmlformats.org/officeDocument/2006/relationships/image" Target="../media/image10.png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Relationship Id="rId9" Type="http://schemas.openxmlformats.org/officeDocument/2006/relationships/image" Target="../media/image16.gi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13" Type="http://schemas.microsoft.com/office/2007/relationships/diagramDrawing" Target="../diagrams/drawing5.xml"/><Relationship Id="rId18" Type="http://schemas.openxmlformats.org/officeDocument/2006/relationships/diagramColors" Target="../diagrams/colors6.xml"/><Relationship Id="rId3" Type="http://schemas.openxmlformats.org/officeDocument/2006/relationships/diagramLayout" Target="../diagrams/layout4.xml"/><Relationship Id="rId7" Type="http://schemas.openxmlformats.org/officeDocument/2006/relationships/image" Target="../media/image24.png"/><Relationship Id="rId12" Type="http://schemas.openxmlformats.org/officeDocument/2006/relationships/diagramColors" Target="../diagrams/colors5.xml"/><Relationship Id="rId17" Type="http://schemas.openxmlformats.org/officeDocument/2006/relationships/diagramQuickStyle" Target="../diagrams/quickStyle6.xml"/><Relationship Id="rId2" Type="http://schemas.openxmlformats.org/officeDocument/2006/relationships/diagramData" Target="../diagrams/data4.xml"/><Relationship Id="rId16" Type="http://schemas.openxmlformats.org/officeDocument/2006/relationships/diagramLayout" Target="../diagrams/layout6.xml"/><Relationship Id="rId20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11" Type="http://schemas.openxmlformats.org/officeDocument/2006/relationships/diagramQuickStyle" Target="../diagrams/quickStyle5.xml"/><Relationship Id="rId5" Type="http://schemas.openxmlformats.org/officeDocument/2006/relationships/diagramColors" Target="../diagrams/colors4.xml"/><Relationship Id="rId15" Type="http://schemas.openxmlformats.org/officeDocument/2006/relationships/diagramData" Target="../diagrams/data6.xml"/><Relationship Id="rId10" Type="http://schemas.openxmlformats.org/officeDocument/2006/relationships/diagramLayout" Target="../diagrams/layout5.xml"/><Relationship Id="rId19" Type="http://schemas.microsoft.com/office/2007/relationships/diagramDrawing" Target="../diagrams/drawing6.xml"/><Relationship Id="rId4" Type="http://schemas.openxmlformats.org/officeDocument/2006/relationships/diagramQuickStyle" Target="../diagrams/quickStyle4.xml"/><Relationship Id="rId9" Type="http://schemas.openxmlformats.org/officeDocument/2006/relationships/diagramData" Target="../diagrams/data5.xml"/><Relationship Id="rId14" Type="http://schemas.openxmlformats.org/officeDocument/2006/relationships/image" Target="../media/image2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0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DA07D5AC-2314-C989-607A-A8B4DA2E91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2952" y="4906981"/>
            <a:ext cx="2246008" cy="1951019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CC377812-9D15-3319-81FB-B7E8ED0756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8835731">
            <a:off x="8152651" y="448935"/>
            <a:ext cx="1632387" cy="1641439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01EB1D7F-284F-6F46-99FA-EBB8ED69D7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8913" y="1761813"/>
            <a:ext cx="2879499" cy="610863"/>
          </a:xfrm>
        </p:spPr>
        <p:txBody>
          <a:bodyPr>
            <a:normAutofit/>
          </a:bodyPr>
          <a:lstStyle/>
          <a:p>
            <a:r>
              <a:rPr lang="en-US" sz="4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Our Team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A1E2644-1BD8-DB4D-B01F-F617AABF793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38912" y="2706798"/>
            <a:ext cx="3911383" cy="1920849"/>
          </a:xfrm>
        </p:spPr>
        <p:txBody>
          <a:bodyPr/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Tejas Ajayrao Padole (Team Leader)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Ashish Falke</a:t>
            </a:r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32DA2B67-BDBB-C945-988B-6C0D86F697CE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>
          <a:xfrm>
            <a:off x="971550" y="6332220"/>
            <a:ext cx="523240" cy="247651"/>
          </a:xfrm>
        </p:spPr>
        <p:txBody>
          <a:bodyPr/>
          <a:lstStyle/>
          <a:p>
            <a:fld id="{294A09A9-5501-47C1-A89A-A340965A2BE2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64D256B-1F5E-903B-6C7F-1FB264E07E3F}"/>
              </a:ext>
            </a:extLst>
          </p:cNvPr>
          <p:cNvSpPr txBox="1"/>
          <p:nvPr/>
        </p:nvSpPr>
        <p:spPr>
          <a:xfrm>
            <a:off x="291317" y="897105"/>
            <a:ext cx="775124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CREDIT CARD APPROVAL SYSTEM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93C6F18-8BAA-2B15-DA77-FF1DCAE80FF0}"/>
              </a:ext>
            </a:extLst>
          </p:cNvPr>
          <p:cNvCxnSpPr/>
          <p:nvPr/>
        </p:nvCxnSpPr>
        <p:spPr>
          <a:xfrm flipV="1">
            <a:off x="538480" y="2372676"/>
            <a:ext cx="6756400" cy="5418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6A55E0F0-F48E-B8B2-BD2D-2290684FCB98}"/>
              </a:ext>
            </a:extLst>
          </p:cNvPr>
          <p:cNvSpPr txBox="1"/>
          <p:nvPr/>
        </p:nvSpPr>
        <p:spPr>
          <a:xfrm>
            <a:off x="8042565" y="4062058"/>
            <a:ext cx="3511493" cy="721411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N" sz="2000" dirty="0">
                <a:solidFill>
                  <a:schemeClr val="bg1">
                    <a:lumMod val="75000"/>
                    <a:lumOff val="25000"/>
                  </a:schemeClr>
                </a:solidFill>
              </a:rPr>
              <a:t>             PROJECT DOMAIN</a:t>
            </a:r>
          </a:p>
          <a:p>
            <a:pPr algn="ctr"/>
            <a:r>
              <a:rPr lang="en-IN" sz="2000" dirty="0">
                <a:solidFill>
                  <a:schemeClr val="bg1">
                    <a:lumMod val="75000"/>
                    <a:lumOff val="25000"/>
                  </a:schemeClr>
                </a:solidFill>
              </a:rPr>
              <a:t>  Finance and Risk Analytics 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5A84394-7384-EB06-6E56-221DA22CED9B}"/>
              </a:ext>
            </a:extLst>
          </p:cNvPr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8823131" y="4935542"/>
            <a:ext cx="1950360" cy="1850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46344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2C7614-5C99-9371-EFA9-91808D3460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824" y="182881"/>
            <a:ext cx="4794961" cy="902794"/>
          </a:xfrm>
        </p:spPr>
        <p:txBody>
          <a:bodyPr/>
          <a:lstStyle/>
          <a:p>
            <a:r>
              <a:rPr lang="en-US" sz="4400" dirty="0"/>
              <a:t>Problem Statement </a:t>
            </a:r>
            <a:endParaRPr lang="en-IN" dirty="0"/>
          </a:p>
        </p:txBody>
      </p:sp>
      <p:graphicFrame>
        <p:nvGraphicFramePr>
          <p:cNvPr id="4" name="Content Placeholder 4">
            <a:extLst>
              <a:ext uri="{FF2B5EF4-FFF2-40B4-BE49-F238E27FC236}">
                <a16:creationId xmlns:a16="http://schemas.microsoft.com/office/drawing/2014/main" id="{ABDB922E-891A-87D2-0B50-FE07F8ACCA4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22375010"/>
              </p:ext>
            </p:extLst>
          </p:nvPr>
        </p:nvGraphicFramePr>
        <p:xfrm>
          <a:off x="5085486" y="1855176"/>
          <a:ext cx="5008083" cy="322737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E101FEC4-3B20-E987-3E55-25052F817CF9}"/>
              </a:ext>
            </a:extLst>
          </p:cNvPr>
          <p:cNvSpPr txBox="1"/>
          <p:nvPr/>
        </p:nvSpPr>
        <p:spPr>
          <a:xfrm>
            <a:off x="3013588" y="2219988"/>
            <a:ext cx="61648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59E19CD-E8F5-230E-100A-67892F2DB106}"/>
              </a:ext>
            </a:extLst>
          </p:cNvPr>
          <p:cNvPicPr>
            <a:picLocks/>
          </p:cNvPicPr>
          <p:nvPr/>
        </p:nvPicPr>
        <p:blipFill>
          <a:blip r:embed="rId7"/>
          <a:stretch>
            <a:fillRect/>
          </a:stretch>
        </p:blipFill>
        <p:spPr>
          <a:xfrm>
            <a:off x="10093569" y="1085674"/>
            <a:ext cx="1950360" cy="185095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E16E4F8-F02F-19A7-37AD-3BE29CF29B66}"/>
              </a:ext>
            </a:extLst>
          </p:cNvPr>
          <p:cNvPicPr>
            <a:picLocks/>
          </p:cNvPicPr>
          <p:nvPr/>
        </p:nvPicPr>
        <p:blipFill>
          <a:blip r:embed="rId8"/>
          <a:stretch>
            <a:fillRect/>
          </a:stretch>
        </p:blipFill>
        <p:spPr>
          <a:xfrm>
            <a:off x="1384384" y="5655762"/>
            <a:ext cx="1264920" cy="1261968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696DFAEF-DC10-1A03-FD1B-61027CA135F6}"/>
              </a:ext>
            </a:extLst>
          </p:cNvPr>
          <p:cNvSpPr txBox="1"/>
          <p:nvPr/>
        </p:nvSpPr>
        <p:spPr>
          <a:xfrm>
            <a:off x="251824" y="1202238"/>
            <a:ext cx="4179499" cy="50353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1800" dirty="0"/>
              <a:t>While issuing the credit card bank face a lot of challenges such as  weather a person will  pay be able to pay of the debt on time </a:t>
            </a:r>
            <a:r>
              <a:rPr lang="en-IN" dirty="0"/>
              <a:t>or </a:t>
            </a:r>
            <a:r>
              <a:rPr lang="en-IN" sz="1800" dirty="0"/>
              <a:t>not.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1800" dirty="0"/>
              <a:t>So it become very important for the bank to check authenticity and history of a  person before issuing the credit card.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dirty="0"/>
              <a:t>T</a:t>
            </a:r>
            <a:r>
              <a:rPr lang="en-IN" sz="1800" dirty="0"/>
              <a:t>he objective of this capstone project is to predict whether the customer who will be issued the credit card is at risk or not.</a:t>
            </a:r>
          </a:p>
        </p:txBody>
      </p:sp>
      <p:sp>
        <p:nvSpPr>
          <p:cNvPr id="3" name="Arrow: Pentagon 2">
            <a:extLst>
              <a:ext uri="{FF2B5EF4-FFF2-40B4-BE49-F238E27FC236}">
                <a16:creationId xmlns:a16="http://schemas.microsoft.com/office/drawing/2014/main" id="{3BA65F09-8445-ED0D-44CB-D57062160C59}"/>
              </a:ext>
            </a:extLst>
          </p:cNvPr>
          <p:cNvSpPr/>
          <p:nvPr/>
        </p:nvSpPr>
        <p:spPr>
          <a:xfrm>
            <a:off x="5046785" y="359497"/>
            <a:ext cx="6515100" cy="549561"/>
          </a:xfrm>
          <a:prstGeom prst="homePlat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dirty="0"/>
              <a:t>Variable Categorization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3C6E698-F3AB-A2AE-CF89-C4D68F9605C0}"/>
              </a:ext>
            </a:extLst>
          </p:cNvPr>
          <p:cNvSpPr txBox="1"/>
          <p:nvPr/>
        </p:nvSpPr>
        <p:spPr>
          <a:xfrm>
            <a:off x="4917185" y="1483584"/>
            <a:ext cx="56869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IN" dirty="0"/>
              <a:t>There are 10 numerical columns and 9 categorical columns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F94A69B-E8A4-5C0F-37F6-EBD5BFC655BB}"/>
              </a:ext>
            </a:extLst>
          </p:cNvPr>
          <p:cNvSpPr txBox="1"/>
          <p:nvPr/>
        </p:nvSpPr>
        <p:spPr>
          <a:xfrm>
            <a:off x="5114194" y="4882610"/>
            <a:ext cx="5292969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latin typeface="+mj-lt"/>
              </a:rPr>
              <a:t>Pre-Processing Data Analysis (count of missing/ null values, redundant columns, etc.)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The dataset has no missing values in all of the columns. </a:t>
            </a: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22230599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00302B-8E78-224E-236B-7789C777DA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278" y="1380713"/>
            <a:ext cx="10515600" cy="1140897"/>
          </a:xfrm>
        </p:spPr>
        <p:txBody>
          <a:bodyPr>
            <a:noAutofit/>
          </a:bodyPr>
          <a:lstStyle/>
          <a:p>
            <a:r>
              <a:rPr lang="en-US" sz="1600" dirty="0">
                <a:latin typeface="+mn-lt"/>
              </a:rPr>
              <a:t>The dataset contains application records of the credit card users of a bank. </a:t>
            </a:r>
            <a:br>
              <a:rPr lang="en-US" sz="1600" dirty="0">
                <a:latin typeface="+mn-lt"/>
              </a:rPr>
            </a:br>
            <a:r>
              <a:rPr lang="en-US" sz="1600" dirty="0">
                <a:latin typeface="+mn-lt"/>
              </a:rPr>
              <a:t>The dataset has 537667 records and 19 attributes.</a:t>
            </a:r>
            <a:br>
              <a:rPr lang="en-US" sz="1600" dirty="0">
                <a:latin typeface="+mn-lt"/>
              </a:rPr>
            </a:br>
            <a:r>
              <a:rPr lang="en-US" sz="1600" dirty="0">
                <a:latin typeface="+mn-lt"/>
              </a:rPr>
              <a:t>The attribute/feature/column names are given below:</a:t>
            </a:r>
            <a:endParaRPr lang="en-IN" sz="16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1EC8A18-446C-40E5-72F3-4EAAB815524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9291" y="2641495"/>
            <a:ext cx="6078737" cy="3536871"/>
          </a:xfrm>
          <a:ln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5521CF1-00A1-C14C-5BC0-7D173C5F19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7818" y="2641495"/>
            <a:ext cx="5457518" cy="353687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A79A638-4AAD-1D8A-BFE7-F76B518BF141}"/>
              </a:ext>
            </a:extLst>
          </p:cNvPr>
          <p:cNvSpPr txBox="1"/>
          <p:nvPr/>
        </p:nvSpPr>
        <p:spPr>
          <a:xfrm>
            <a:off x="295848" y="239197"/>
            <a:ext cx="9498391" cy="584775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IN" sz="3200" dirty="0"/>
              <a:t>Dataset And Domain: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85F1AAA-6649-9DC5-0497-B6AF4163E780}"/>
              </a:ext>
            </a:extLst>
          </p:cNvPr>
          <p:cNvSpPr txBox="1"/>
          <p:nvPr/>
        </p:nvSpPr>
        <p:spPr>
          <a:xfrm>
            <a:off x="247200" y="1011381"/>
            <a:ext cx="6100618" cy="369332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IN" sz="1800" dirty="0"/>
              <a:t>Data Dictionary: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439669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mph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9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Diagram 12">
            <a:extLst>
              <a:ext uri="{FF2B5EF4-FFF2-40B4-BE49-F238E27FC236}">
                <a16:creationId xmlns:a16="http://schemas.microsoft.com/office/drawing/2014/main" id="{838FC2E2-14E1-D6EE-462E-BB27D1C2108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98631179"/>
              </p:ext>
            </p:extLst>
          </p:nvPr>
        </p:nvGraphicFramePr>
        <p:xfrm>
          <a:off x="0" y="0"/>
          <a:ext cx="12192000" cy="6858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2" name="Picture 1">
            <a:extLst>
              <a:ext uri="{FF2B5EF4-FFF2-40B4-BE49-F238E27FC236}">
                <a16:creationId xmlns:a16="http://schemas.microsoft.com/office/drawing/2014/main" id="{BE810A39-99AD-EF0B-1315-C6DCF8FDF7A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7601" y="3429000"/>
            <a:ext cx="4387979" cy="28702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AE3B714-6E5F-77E2-0146-0F937AC65D7D}"/>
              </a:ext>
            </a:extLst>
          </p:cNvPr>
          <p:cNvSpPr txBox="1"/>
          <p:nvPr/>
        </p:nvSpPr>
        <p:spPr>
          <a:xfrm>
            <a:off x="885822" y="6156961"/>
            <a:ext cx="361505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/>
              <a:t>Name_Housing_Type Attribute</a:t>
            </a:r>
            <a:r>
              <a:rPr lang="en-IN" sz="2800" b="1" dirty="0"/>
              <a:t>: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89B11B5-C7CA-290C-131D-E960079DE56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5102" y="691117"/>
            <a:ext cx="4311493" cy="293092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C834A97-6654-728D-3680-5286CF1EE4EF}"/>
              </a:ext>
            </a:extLst>
          </p:cNvPr>
          <p:cNvSpPr txBox="1"/>
          <p:nvPr/>
        </p:nvSpPr>
        <p:spPr>
          <a:xfrm>
            <a:off x="6784340" y="167897"/>
            <a:ext cx="24206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/>
              <a:t>Job Attribute:</a:t>
            </a:r>
          </a:p>
        </p:txBody>
      </p:sp>
    </p:spTree>
    <p:extLst>
      <p:ext uri="{BB962C8B-B14F-4D97-AF65-F5344CB8AC3E}">
        <p14:creationId xmlns:p14="http://schemas.microsoft.com/office/powerpoint/2010/main" val="33744534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13" grpId="0">
        <p:bldAsOne/>
      </p:bldGraphic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929A234C-7B27-FBC1-2ADD-5B742BC891D6}"/>
              </a:ext>
            </a:extLst>
          </p:cNvPr>
          <p:cNvSpPr txBox="1">
            <a:spLocks/>
          </p:cNvSpPr>
          <p:nvPr/>
        </p:nvSpPr>
        <p:spPr>
          <a:xfrm>
            <a:off x="96520" y="553991"/>
            <a:ext cx="4484272" cy="1028623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vert="horz" lIns="91440" tIns="46800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b="0" kern="1200">
                <a:solidFill>
                  <a:schemeClr val="lt1"/>
                </a:solidFill>
                <a:latin typeface="+mj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3600" dirty="0"/>
              <a:t>Univariate Analysis: </a:t>
            </a:r>
            <a:br>
              <a:rPr lang="en-US" sz="3600" dirty="0"/>
            </a:br>
            <a:endParaRPr lang="en-IN" sz="3600" dirty="0"/>
          </a:p>
        </p:txBody>
      </p:sp>
      <p:graphicFrame>
        <p:nvGraphicFramePr>
          <p:cNvPr id="10" name="Content Placeholder 8">
            <a:extLst>
              <a:ext uri="{FF2B5EF4-FFF2-40B4-BE49-F238E27FC236}">
                <a16:creationId xmlns:a16="http://schemas.microsoft.com/office/drawing/2014/main" id="{872AC5CF-9AC8-356D-37BC-D9EE5015614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1946180"/>
              </p:ext>
            </p:extLst>
          </p:nvPr>
        </p:nvGraphicFramePr>
        <p:xfrm>
          <a:off x="73768" y="1459522"/>
          <a:ext cx="5697112" cy="50291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13" name="Content Placeholder 17">
            <a:extLst>
              <a:ext uri="{FF2B5EF4-FFF2-40B4-BE49-F238E27FC236}">
                <a16:creationId xmlns:a16="http://schemas.microsoft.com/office/drawing/2014/main" id="{4A006A5D-9996-5146-C59B-8A573B82953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747031"/>
            <a:ext cx="5120595" cy="504198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080D5081-3CC4-EECF-FE68-A32CB6D0997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142316" y="2694055"/>
            <a:ext cx="1027961" cy="1027961"/>
          </a:xfrm>
          <a:prstGeom prst="rect">
            <a:avLst/>
          </a:prstGeom>
        </p:spPr>
      </p:pic>
      <p:sp>
        <p:nvSpPr>
          <p:cNvPr id="15" name="Title 3">
            <a:extLst>
              <a:ext uri="{FF2B5EF4-FFF2-40B4-BE49-F238E27FC236}">
                <a16:creationId xmlns:a16="http://schemas.microsoft.com/office/drawing/2014/main" id="{351D3331-3474-D2BC-0F0A-02600568548E}"/>
              </a:ext>
            </a:extLst>
          </p:cNvPr>
          <p:cNvSpPr txBox="1">
            <a:spLocks/>
          </p:cNvSpPr>
          <p:nvPr/>
        </p:nvSpPr>
        <p:spPr>
          <a:xfrm>
            <a:off x="6736935" y="627052"/>
            <a:ext cx="3838721" cy="49770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Education_Details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Attribute</a:t>
            </a:r>
            <a:r>
              <a:rPr lang="en-IN" sz="2000" b="1" dirty="0"/>
              <a:t>:</a:t>
            </a:r>
            <a:br>
              <a:rPr lang="en-IN" sz="2000" b="1" dirty="0"/>
            </a:b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25007347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10" grpId="0">
        <p:bldAsOne/>
      </p:bldGraphic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3A1B07-E505-9F0C-FA2A-73E10C73D8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0909" y="638907"/>
            <a:ext cx="10805160" cy="707886"/>
          </a:xfrm>
        </p:spPr>
        <p:txBody>
          <a:bodyPr>
            <a:normAutofit fontScale="90000"/>
          </a:bodyPr>
          <a:lstStyle/>
          <a:p>
            <a:r>
              <a:rPr lang="en-IN" sz="4000" b="1" dirty="0"/>
              <a:t>Analysis of Numerical Variables:</a:t>
            </a:r>
            <a:br>
              <a:rPr lang="en-IN" sz="4000" dirty="0"/>
            </a:b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A5FCAD7-1AB3-C5D8-F40A-BB43B201B1B5}"/>
              </a:ext>
            </a:extLst>
          </p:cNvPr>
          <p:cNvSpPr txBox="1"/>
          <p:nvPr/>
        </p:nvSpPr>
        <p:spPr>
          <a:xfrm>
            <a:off x="312029" y="1771010"/>
            <a:ext cx="90525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sz="1800" dirty="0"/>
              <a:t>From the below  plots, each of the numerical variables are analyzed individually.</a:t>
            </a:r>
            <a:endParaRPr lang="en-IN" sz="18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EE32B9C-34AE-92EB-374C-C8C113E26C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09" y="2539085"/>
            <a:ext cx="4049790" cy="251972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5C3277E-B32D-8E0F-B1F8-F8DAAA1CFA7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54899" y="2553214"/>
            <a:ext cx="4197519" cy="2505596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C5B745E4-2DCE-3EE9-59E0-0A41E6CF29B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52418" y="2518640"/>
            <a:ext cx="3834172" cy="262323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C1DDB88-3C95-9241-87BF-709CF3B9FEBA}"/>
              </a:ext>
            </a:extLst>
          </p:cNvPr>
          <p:cNvSpPr txBox="1"/>
          <p:nvPr/>
        </p:nvSpPr>
        <p:spPr>
          <a:xfrm>
            <a:off x="919694" y="5314990"/>
            <a:ext cx="24206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Distribution of AGE </a:t>
            </a:r>
            <a:endParaRPr lang="en-IN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9946A8C-8419-0E82-8A3F-8356C02CD6A3}"/>
              </a:ext>
            </a:extLst>
          </p:cNvPr>
          <p:cNvSpPr txBox="1"/>
          <p:nvPr/>
        </p:nvSpPr>
        <p:spPr>
          <a:xfrm>
            <a:off x="4958080" y="5314990"/>
            <a:ext cx="28244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Distribution of 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DAYS_EMPLOYED</a:t>
            </a:r>
            <a:endParaRPr lang="en-IN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CE606CD-C0E3-B695-E9CA-2A3AC751B074}"/>
              </a:ext>
            </a:extLst>
          </p:cNvPr>
          <p:cNvSpPr txBox="1"/>
          <p:nvPr/>
        </p:nvSpPr>
        <p:spPr>
          <a:xfrm>
            <a:off x="8766898" y="5269739"/>
            <a:ext cx="300521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Distribution of 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ANNUAL_INCOME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IN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116473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40CBBF-28E7-20BD-2F0B-6EB1C77B38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140509"/>
            <a:ext cx="12192000" cy="579928"/>
          </a:xfr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tIns="540000">
            <a:normAutofit fontScale="90000"/>
          </a:bodyPr>
          <a:lstStyle/>
          <a:p>
            <a:r>
              <a:rPr lang="en-IN" sz="4400" dirty="0"/>
              <a:t>      Bivariate Analysis</a:t>
            </a:r>
            <a:br>
              <a:rPr lang="en-IN" sz="4400" dirty="0"/>
            </a:b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8828D47-96C4-5F75-E7DB-4B30BD031E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63" y="1284366"/>
            <a:ext cx="5242497" cy="279469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33D6DFD-BE7B-6F33-17DD-FE883AF68F36}"/>
              </a:ext>
            </a:extLst>
          </p:cNvPr>
          <p:cNvSpPr txBox="1"/>
          <p:nvPr/>
        </p:nvSpPr>
        <p:spPr>
          <a:xfrm>
            <a:off x="304863" y="750167"/>
            <a:ext cx="61018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sz="2000" b="1" dirty="0"/>
              <a:t>Analysis of Job Attribute and </a:t>
            </a:r>
            <a:r>
              <a:rPr lang="en-US" sz="2000" b="1" dirty="0" err="1"/>
              <a:t>Own_Car</a:t>
            </a:r>
            <a:endParaRPr lang="en-IN" sz="2000" b="1" dirty="0"/>
          </a:p>
        </p:txBody>
      </p:sp>
      <p:pic>
        <p:nvPicPr>
          <p:cNvPr id="3" name="Content Placeholder 4">
            <a:extLst>
              <a:ext uri="{FF2B5EF4-FFF2-40B4-BE49-F238E27FC236}">
                <a16:creationId xmlns:a16="http://schemas.microsoft.com/office/drawing/2014/main" id="{8900640A-228F-0278-A6E4-B9B5EFB71B8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56053" y="1284366"/>
            <a:ext cx="6101860" cy="2973006"/>
          </a:xfrm>
          <a:ln>
            <a:solidFill>
              <a:schemeClr val="tx1"/>
            </a:solidFill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43C5F85-43D8-9554-9084-2A84DC4607FB}"/>
              </a:ext>
            </a:extLst>
          </p:cNvPr>
          <p:cNvSpPr txBox="1"/>
          <p:nvPr/>
        </p:nvSpPr>
        <p:spPr>
          <a:xfrm>
            <a:off x="5722501" y="771569"/>
            <a:ext cx="61018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sz="2000" b="1" dirty="0"/>
              <a:t>Analysis of Job Attribute and </a:t>
            </a:r>
            <a:r>
              <a:rPr lang="en-US" sz="2000" b="1" dirty="0" err="1"/>
              <a:t>Education_Type</a:t>
            </a:r>
            <a:r>
              <a:rPr lang="en-US" sz="2000" dirty="0"/>
              <a:t>:</a:t>
            </a:r>
            <a:endParaRPr lang="en-IN" sz="2000" dirty="0"/>
          </a:p>
        </p:txBody>
      </p:sp>
      <p:pic>
        <p:nvPicPr>
          <p:cNvPr id="9" name="Picture Placeholder 43">
            <a:extLst>
              <a:ext uri="{FF2B5EF4-FFF2-40B4-BE49-F238E27FC236}">
                <a16:creationId xmlns:a16="http://schemas.microsoft.com/office/drawing/2014/main" id="{505D4587-B4E9-56E6-3F0C-715F206F3751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845" t="-1259" r="-845" b="-1259"/>
          <a:stretch/>
        </p:blipFill>
        <p:spPr>
          <a:xfrm>
            <a:off x="-224246" y="4223385"/>
            <a:ext cx="5598886" cy="2460118"/>
          </a:xfrm>
          <a:prstGeom prst="rect">
            <a:avLst/>
          </a:prstGeom>
        </p:spPr>
      </p:pic>
      <p:pic>
        <p:nvPicPr>
          <p:cNvPr id="10" name="Picture Placeholder 49">
            <a:extLst>
              <a:ext uri="{FF2B5EF4-FFF2-40B4-BE49-F238E27FC236}">
                <a16:creationId xmlns:a16="http://schemas.microsoft.com/office/drawing/2014/main" id="{926C02CB-5736-A249-B6BC-DB2D3FC5278A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155" r="26155"/>
          <a:stretch/>
        </p:blipFill>
        <p:spPr>
          <a:xfrm>
            <a:off x="6944139" y="4573492"/>
            <a:ext cx="3172406" cy="1883508"/>
          </a:xfrm>
          <a:prstGeom prst="rect">
            <a:avLst/>
          </a:prstGeom>
        </p:spPr>
      </p:pic>
      <p:sp>
        <p:nvSpPr>
          <p:cNvPr id="12" name="Title 2">
            <a:extLst>
              <a:ext uri="{FF2B5EF4-FFF2-40B4-BE49-F238E27FC236}">
                <a16:creationId xmlns:a16="http://schemas.microsoft.com/office/drawing/2014/main" id="{02EF277C-C372-5BB6-DB25-F1AAFE80278F}"/>
              </a:ext>
            </a:extLst>
          </p:cNvPr>
          <p:cNvSpPr txBox="1">
            <a:spLocks/>
          </p:cNvSpPr>
          <p:nvPr/>
        </p:nvSpPr>
        <p:spPr>
          <a:xfrm>
            <a:off x="484091" y="4151594"/>
            <a:ext cx="4890549" cy="47690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600" b="1" dirty="0">
                <a:latin typeface="+mn-lt"/>
              </a:rPr>
              <a:t>Analysis of Job Attribute and </a:t>
            </a:r>
            <a:r>
              <a:rPr lang="en-US" sz="1600" b="1" dirty="0" err="1">
                <a:latin typeface="+mn-lt"/>
              </a:rPr>
              <a:t>Annual_Income</a:t>
            </a:r>
            <a:endParaRPr lang="en-US" sz="1600" b="1" dirty="0">
              <a:latin typeface="+mn-lt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E1555D3-E239-50CB-72AF-EC7583A8587A}"/>
              </a:ext>
            </a:extLst>
          </p:cNvPr>
          <p:cNvSpPr txBox="1"/>
          <p:nvPr/>
        </p:nvSpPr>
        <p:spPr>
          <a:xfrm>
            <a:off x="5520468" y="4219302"/>
            <a:ext cx="667153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/>
              <a:t>Analysis Of Age And Status With Age Distributed Into Gender Categories:</a:t>
            </a:r>
            <a:endParaRPr lang="en-IN" sz="1600" b="1" dirty="0"/>
          </a:p>
        </p:txBody>
      </p:sp>
    </p:spTree>
    <p:extLst>
      <p:ext uri="{BB962C8B-B14F-4D97-AF65-F5344CB8AC3E}">
        <p14:creationId xmlns:p14="http://schemas.microsoft.com/office/powerpoint/2010/main" val="1820149073"/>
      </p:ext>
    </p:extLst>
  </p:cSld>
  <p:clrMapOvr>
    <a:masterClrMapping/>
  </p:clrMapOvr>
  <p:transition spd="med">
    <p:pull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DB3534-5568-AB31-AA02-A1C30D0830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600564"/>
            <a:ext cx="4699182" cy="706560"/>
          </a:xfrm>
        </p:spPr>
        <p:txBody>
          <a:bodyPr tIns="576000">
            <a:normAutofit fontScale="90000"/>
          </a:bodyPr>
          <a:lstStyle/>
          <a:p>
            <a:br>
              <a:rPr lang="en-IN" sz="4400" dirty="0"/>
            </a:br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AF19254-694E-14D4-3E18-D62AD469E9AA}"/>
              </a:ext>
            </a:extLst>
          </p:cNvPr>
          <p:cNvSpPr txBox="1"/>
          <p:nvPr/>
        </p:nvSpPr>
        <p:spPr>
          <a:xfrm>
            <a:off x="197644" y="1079867"/>
            <a:ext cx="620553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1800" dirty="0"/>
          </a:p>
          <a:p>
            <a:endParaRPr lang="en-US" sz="1800" dirty="0"/>
          </a:p>
        </p:txBody>
      </p:sp>
      <p:graphicFrame>
        <p:nvGraphicFramePr>
          <p:cNvPr id="14" name="Diagram 13">
            <a:extLst>
              <a:ext uri="{FF2B5EF4-FFF2-40B4-BE49-F238E27FC236}">
                <a16:creationId xmlns:a16="http://schemas.microsoft.com/office/drawing/2014/main" id="{5BC3C74D-A6F8-FD90-725B-103313430DE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50190578"/>
              </p:ext>
            </p:extLst>
          </p:nvPr>
        </p:nvGraphicFramePr>
        <p:xfrm>
          <a:off x="0" y="1618240"/>
          <a:ext cx="3501230" cy="10090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6" name="Arrow: Pentagon 15">
            <a:extLst>
              <a:ext uri="{FF2B5EF4-FFF2-40B4-BE49-F238E27FC236}">
                <a16:creationId xmlns:a16="http://schemas.microsoft.com/office/drawing/2014/main" id="{99B5A479-D785-4343-D746-7A25D3F4D8B9}"/>
              </a:ext>
            </a:extLst>
          </p:cNvPr>
          <p:cNvSpPr/>
          <p:nvPr/>
        </p:nvSpPr>
        <p:spPr>
          <a:xfrm>
            <a:off x="76761" y="115644"/>
            <a:ext cx="3784039" cy="484920"/>
          </a:xfrm>
          <a:prstGeom prst="homePlat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dirty="0"/>
              <a:t>Outlier Analysis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1D9FFE86-24E8-2DB0-9625-DD340935DDA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9663" y="1215293"/>
            <a:ext cx="3933778" cy="2336289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69816A80-6366-E734-8797-2DC4B4BD79B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6848" y="4078133"/>
            <a:ext cx="3998722" cy="243645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F993BAAE-B4C9-9DFE-E366-03B26EC3121D}"/>
              </a:ext>
            </a:extLst>
          </p:cNvPr>
          <p:cNvSpPr txBox="1"/>
          <p:nvPr/>
        </p:nvSpPr>
        <p:spPr>
          <a:xfrm>
            <a:off x="0" y="4979239"/>
            <a:ext cx="2666848" cy="458259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spcFirstLastPara="0" vert="horz" wrap="square" lIns="12700" tIns="12700" rIns="12700" bIns="12700" numCol="1" spcCol="1270" anchor="ctr" anchorCtr="0">
            <a:noAutofit/>
          </a:bodyPr>
          <a:lstStyle/>
          <a:p>
            <a:pPr marL="0" lvl="0" indent="0" algn="ctr" defTabSz="8890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IN" sz="2000" kern="1200" dirty="0"/>
              <a:t>After Outlier Treatment  </a:t>
            </a:r>
            <a:r>
              <a:rPr lang="en-IN" sz="2000" kern="1200" dirty="0" err="1"/>
              <a:t>Annual_Income</a:t>
            </a:r>
            <a:r>
              <a:rPr lang="en-IN" sz="2000" kern="1200" dirty="0"/>
              <a:t>:</a:t>
            </a:r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EBB5DA8A-A5C8-69F8-E52B-488949B5DA3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16983398"/>
              </p:ext>
            </p:extLst>
          </p:nvPr>
        </p:nvGraphicFramePr>
        <p:xfrm>
          <a:off x="7903261" y="16216"/>
          <a:ext cx="3303113" cy="87143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9" r:lo="rId10" r:qs="rId11" r:cs="rId12"/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C3BAEE3A-F2C8-EF0D-0617-968AA0103FB3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8613" y="887649"/>
            <a:ext cx="4203816" cy="2836663"/>
          </a:xfrm>
          <a:prstGeom prst="rect">
            <a:avLst/>
          </a:prstGeom>
        </p:spPr>
      </p:pic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4634310B-AEA2-A046-A1DB-C692406B17E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3397903"/>
              </p:ext>
            </p:extLst>
          </p:nvPr>
        </p:nvGraphicFramePr>
        <p:xfrm>
          <a:off x="6897978" y="3690560"/>
          <a:ext cx="4616011" cy="64633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5" r:lo="rId16" r:qs="rId17" r:cs="rId18"/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65335354-A0BE-8EF8-492D-C20384381634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03261" y="4336891"/>
            <a:ext cx="3610729" cy="2436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37663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Arrow: Pentagon 15">
            <a:extLst>
              <a:ext uri="{FF2B5EF4-FFF2-40B4-BE49-F238E27FC236}">
                <a16:creationId xmlns:a16="http://schemas.microsoft.com/office/drawing/2014/main" id="{99B5A479-D785-4343-D746-7A25D3F4D8B9}"/>
              </a:ext>
            </a:extLst>
          </p:cNvPr>
          <p:cNvSpPr/>
          <p:nvPr/>
        </p:nvSpPr>
        <p:spPr>
          <a:xfrm>
            <a:off x="76758" y="889448"/>
            <a:ext cx="5506621" cy="1394501"/>
          </a:xfrm>
          <a:prstGeom prst="homePlat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dirty="0"/>
              <a:t>Missing Values Treatment</a:t>
            </a:r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4634310B-AEA2-A046-A1DB-C692406B17E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63821675"/>
              </p:ext>
            </p:extLst>
          </p:nvPr>
        </p:nvGraphicFramePr>
        <p:xfrm>
          <a:off x="6897978" y="3690560"/>
          <a:ext cx="4616011" cy="64633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5" name="Arrow: Pentagon 14">
            <a:extLst>
              <a:ext uri="{FF2B5EF4-FFF2-40B4-BE49-F238E27FC236}">
                <a16:creationId xmlns:a16="http://schemas.microsoft.com/office/drawing/2014/main" id="{47E467BF-2543-4E93-8125-6FE60C5CA691}"/>
              </a:ext>
            </a:extLst>
          </p:cNvPr>
          <p:cNvSpPr/>
          <p:nvPr/>
        </p:nvSpPr>
        <p:spPr>
          <a:xfrm>
            <a:off x="76758" y="2619224"/>
            <a:ext cx="5506621" cy="1394501"/>
          </a:xfrm>
          <a:prstGeom prst="homePlat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dirty="0"/>
              <a:t>Encoding</a:t>
            </a:r>
          </a:p>
        </p:txBody>
      </p:sp>
      <p:sp>
        <p:nvSpPr>
          <p:cNvPr id="17" name="Arrow: Pentagon 16">
            <a:extLst>
              <a:ext uri="{FF2B5EF4-FFF2-40B4-BE49-F238E27FC236}">
                <a16:creationId xmlns:a16="http://schemas.microsoft.com/office/drawing/2014/main" id="{C47E9EEB-064C-44F9-91C6-2B5FFF300697}"/>
              </a:ext>
            </a:extLst>
          </p:cNvPr>
          <p:cNvSpPr/>
          <p:nvPr/>
        </p:nvSpPr>
        <p:spPr>
          <a:xfrm>
            <a:off x="76758" y="5046250"/>
            <a:ext cx="5506621" cy="1394501"/>
          </a:xfrm>
          <a:prstGeom prst="homePlat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dirty="0"/>
              <a:t>Scaling of Variables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7A4D5588-1726-4B5B-9D94-85C4741F6449}"/>
              </a:ext>
            </a:extLst>
          </p:cNvPr>
          <p:cNvGrpSpPr/>
          <p:nvPr/>
        </p:nvGrpSpPr>
        <p:grpSpPr>
          <a:xfrm>
            <a:off x="6578158" y="999007"/>
            <a:ext cx="4170216" cy="1008604"/>
            <a:chOff x="76746" y="0"/>
            <a:chExt cx="2322760" cy="1008604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741BDB21-35D7-4B27-86E4-D408C3CC1188}"/>
                </a:ext>
              </a:extLst>
            </p:cNvPr>
            <p:cNvSpPr/>
            <p:nvPr/>
          </p:nvSpPr>
          <p:spPr>
            <a:xfrm>
              <a:off x="76746" y="0"/>
              <a:ext cx="2322760" cy="1008604"/>
            </a:xfrm>
            <a:prstGeom prst="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D4D35D3B-145E-4CD3-9FA0-077958068545}"/>
                </a:ext>
              </a:extLst>
            </p:cNvPr>
            <p:cNvSpPr txBox="1"/>
            <p:nvPr/>
          </p:nvSpPr>
          <p:spPr>
            <a:xfrm>
              <a:off x="76746" y="0"/>
              <a:ext cx="2322760" cy="1008604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2700" tIns="12700" rIns="12700" bIns="12700" numCol="1" spcCol="1270" anchor="ctr" anchorCtr="0">
              <a:noAutofit/>
            </a:bodyPr>
            <a:lstStyle/>
            <a:p>
              <a:pPr marL="0" lvl="0" indent="0" algn="ctr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IN" sz="2000" kern="1200" dirty="0"/>
                <a:t>The dataset has no missing values, so missing values treatment is not required.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ED9B050D-65E2-4D81-AB4E-0EF917EAF84E}"/>
              </a:ext>
            </a:extLst>
          </p:cNvPr>
          <p:cNvGrpSpPr/>
          <p:nvPr/>
        </p:nvGrpSpPr>
        <p:grpSpPr>
          <a:xfrm>
            <a:off x="6608620" y="2091827"/>
            <a:ext cx="4170216" cy="2674346"/>
            <a:chOff x="76746" y="0"/>
            <a:chExt cx="2322760" cy="1008604"/>
          </a:xfrm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4DCB1C5C-F7DF-4DB1-AAA9-A49AB469D37D}"/>
                </a:ext>
              </a:extLst>
            </p:cNvPr>
            <p:cNvSpPr/>
            <p:nvPr/>
          </p:nvSpPr>
          <p:spPr>
            <a:xfrm>
              <a:off x="76746" y="0"/>
              <a:ext cx="2322760" cy="1008604"/>
            </a:xfrm>
            <a:prstGeom prst="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A55B3E3E-16E7-41F2-8716-C4BEF9419521}"/>
                </a:ext>
              </a:extLst>
            </p:cNvPr>
            <p:cNvSpPr txBox="1"/>
            <p:nvPr/>
          </p:nvSpPr>
          <p:spPr>
            <a:xfrm>
              <a:off x="76746" y="0"/>
              <a:ext cx="2322760" cy="1008604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2700" tIns="12700" rIns="12700" bIns="12700" numCol="1" spcCol="1270" anchor="ctr" anchorCtr="0">
              <a:noAutofit/>
            </a:bodyPr>
            <a:lstStyle/>
            <a:p>
              <a:pPr marL="0" lvl="0" indent="0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IN" sz="2000" kern="1200" dirty="0"/>
                <a:t>Following columns were encoded :</a:t>
              </a:r>
            </a:p>
            <a:p>
              <a:pPr marL="457200" lvl="0" indent="-457200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AutoNum type="arabicPeriod"/>
              </a:pPr>
              <a:r>
                <a:rPr lang="en-IN" sz="2000" dirty="0"/>
                <a:t>Application Details</a:t>
              </a:r>
            </a:p>
            <a:p>
              <a:pPr marL="457200" lvl="0" indent="-457200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AutoNum type="arabicPeriod"/>
              </a:pPr>
              <a:r>
                <a:rPr lang="en-IN" sz="2000" kern="1200" dirty="0"/>
                <a:t>Own Car and Own Home</a:t>
              </a:r>
            </a:p>
            <a:p>
              <a:pPr marL="457200" lvl="0" indent="-457200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AutoNum type="arabicPeriod"/>
              </a:pPr>
              <a:r>
                <a:rPr lang="en-IN" sz="2000" dirty="0"/>
                <a:t>Education Status</a:t>
              </a:r>
            </a:p>
            <a:p>
              <a:pPr marL="457200" lvl="0" indent="-457200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AutoNum type="arabicPeriod"/>
              </a:pPr>
              <a:r>
                <a:rPr lang="en-IN" sz="2000" dirty="0"/>
                <a:t>Gender</a:t>
              </a:r>
            </a:p>
            <a:p>
              <a:pPr marL="457200" lvl="0" indent="-457200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AutoNum type="arabicPeriod"/>
              </a:pPr>
              <a:r>
                <a:rPr lang="en-IN" sz="2000" dirty="0"/>
                <a:t>Family Status</a:t>
              </a:r>
            </a:p>
            <a:p>
              <a:pPr marL="457200" lvl="0" indent="-457200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AutoNum type="arabicPeriod"/>
              </a:pPr>
              <a:r>
                <a:rPr lang="en-IN" sz="2000" dirty="0"/>
                <a:t>Housing Type</a:t>
              </a: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C1EF49BE-5E08-48B6-9199-36C0F0172EF8}"/>
              </a:ext>
            </a:extLst>
          </p:cNvPr>
          <p:cNvGrpSpPr/>
          <p:nvPr/>
        </p:nvGrpSpPr>
        <p:grpSpPr>
          <a:xfrm>
            <a:off x="6608620" y="4934606"/>
            <a:ext cx="4170216" cy="1617787"/>
            <a:chOff x="76746" y="0"/>
            <a:chExt cx="2322760" cy="1008604"/>
          </a:xfrm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2E60B0E9-4909-4203-B15D-A538A9C574A4}"/>
                </a:ext>
              </a:extLst>
            </p:cNvPr>
            <p:cNvSpPr/>
            <p:nvPr/>
          </p:nvSpPr>
          <p:spPr>
            <a:xfrm>
              <a:off x="76746" y="0"/>
              <a:ext cx="2322760" cy="1008604"/>
            </a:xfrm>
            <a:prstGeom prst="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BA1A0B48-AF01-4D07-9013-ECF8095EDF29}"/>
                </a:ext>
              </a:extLst>
            </p:cNvPr>
            <p:cNvSpPr txBox="1"/>
            <p:nvPr/>
          </p:nvSpPr>
          <p:spPr>
            <a:xfrm>
              <a:off x="76746" y="0"/>
              <a:ext cx="2322760" cy="1008604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2700" tIns="12700" rIns="12700" bIns="12700" numCol="1" spcCol="1270" anchor="ctr" anchorCtr="0">
              <a:noAutofit/>
            </a:bodyPr>
            <a:lstStyle/>
            <a:p>
              <a:pPr marL="0" lvl="0" indent="0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IN" sz="2000" kern="1200" dirty="0"/>
                <a:t>Following variables were scaled using standard scalar:</a:t>
              </a:r>
            </a:p>
            <a:p>
              <a:pPr marL="0" lvl="0" indent="0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IN" sz="2000" dirty="0"/>
                <a:t>1.  Annual Income</a:t>
              </a:r>
            </a:p>
            <a:p>
              <a:pPr marL="0" lvl="0" indent="0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IN" sz="2000" kern="1200" dirty="0"/>
                <a:t>2.  Days Employed</a:t>
              </a:r>
            </a:p>
          </p:txBody>
        </p:sp>
      </p:grpSp>
      <p:sp>
        <p:nvSpPr>
          <p:cNvPr id="29" name="Arrow: Pentagon 28">
            <a:extLst>
              <a:ext uri="{FF2B5EF4-FFF2-40B4-BE49-F238E27FC236}">
                <a16:creationId xmlns:a16="http://schemas.microsoft.com/office/drawing/2014/main" id="{2A484120-8F18-4E9E-A62A-671AE36AEDD9}"/>
              </a:ext>
            </a:extLst>
          </p:cNvPr>
          <p:cNvSpPr/>
          <p:nvPr/>
        </p:nvSpPr>
        <p:spPr>
          <a:xfrm>
            <a:off x="107222" y="96433"/>
            <a:ext cx="8094669" cy="734141"/>
          </a:xfrm>
          <a:prstGeom prst="homePlat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dirty="0"/>
              <a:t>Feature Engineering</a:t>
            </a:r>
          </a:p>
        </p:txBody>
      </p:sp>
    </p:spTree>
    <p:extLst>
      <p:ext uri="{BB962C8B-B14F-4D97-AF65-F5344CB8AC3E}">
        <p14:creationId xmlns:p14="http://schemas.microsoft.com/office/powerpoint/2010/main" val="29904209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E00F7D-EDD0-F182-B5A2-17668EB0D9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473" y="285994"/>
            <a:ext cx="3522466" cy="725121"/>
          </a:xfrm>
          <a:solidFill>
            <a:schemeClr val="accent1">
              <a:lumMod val="50000"/>
            </a:schemeClr>
          </a:solidFill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>
            <a:normAutofit/>
          </a:bodyPr>
          <a:lstStyle/>
          <a:p>
            <a:r>
              <a:rPr lang="en-US" sz="32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MODEL BUILDING</a:t>
            </a:r>
            <a:endParaRPr lang="en-IN" sz="32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C86DD11-7CBC-1A1B-0687-0C39264803F9}"/>
              </a:ext>
            </a:extLst>
          </p:cNvPr>
          <p:cNvSpPr/>
          <p:nvPr/>
        </p:nvSpPr>
        <p:spPr>
          <a:xfrm>
            <a:off x="677387" y="1327810"/>
            <a:ext cx="5061927" cy="45447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Models With Logistic Regression  as Base Model</a:t>
            </a:r>
            <a:endParaRPr lang="en-IN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E79F43C8-D250-1608-F89A-F5ECCCE5EC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387" y="2117777"/>
            <a:ext cx="10836139" cy="3673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2060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4E88024-E86F-5831-A27A-CE9C97BF09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657" y="3657569"/>
            <a:ext cx="3206507" cy="281074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751302A-F24A-6899-1773-84B864EB01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6058" y="3657569"/>
            <a:ext cx="3229536" cy="281074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2F4A8D3-91B2-1249-1FC4-7011331C838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6949"/>
          <a:stretch/>
        </p:blipFill>
        <p:spPr>
          <a:xfrm>
            <a:off x="8019168" y="3681499"/>
            <a:ext cx="3334632" cy="278681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0090F27-F451-A82B-0B78-B2DA885FB20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4817" y="587640"/>
            <a:ext cx="2699823" cy="267633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C7FC687-AFC0-41B4-BBB6-FD6A3607EBF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18671" y="583614"/>
            <a:ext cx="2778124" cy="267633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7D2A6F2-1B87-BFEE-BD9B-9DD9F592947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80826" y="585627"/>
            <a:ext cx="3081622" cy="267432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68FE097-1AE0-618E-CD98-99648074F2E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21340" y="585626"/>
            <a:ext cx="2835843" cy="2674327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F24A7803-B2AD-404E-861F-711BE20246F1}"/>
              </a:ext>
            </a:extLst>
          </p:cNvPr>
          <p:cNvSpPr/>
          <p:nvPr/>
        </p:nvSpPr>
        <p:spPr>
          <a:xfrm>
            <a:off x="0" y="0"/>
            <a:ext cx="12192000" cy="45447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i="0" u="none" strike="noStrike" baseline="0" dirty="0">
                <a:solidFill>
                  <a:srgbClr val="FFFFFF"/>
                </a:solidFill>
                <a:latin typeface="Segoe UI" panose="020B0502040204020203" pitchFamily="34" charset="0"/>
              </a:rPr>
              <a:t>MODELS WITH BALANCED DATA WITHOUT TUNING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27723548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12734AB-4B0D-C4C8-9C6C-E66D34CDBB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9094" y="640002"/>
            <a:ext cx="10151184" cy="327103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607439AC-CDA2-4A8E-AE8F-58E1DDE7CA1A}"/>
              </a:ext>
            </a:extLst>
          </p:cNvPr>
          <p:cNvSpPr/>
          <p:nvPr/>
        </p:nvSpPr>
        <p:spPr>
          <a:xfrm>
            <a:off x="0" y="185531"/>
            <a:ext cx="12192000" cy="45447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i="0" u="none" strike="noStrike" baseline="0" dirty="0">
                <a:solidFill>
                  <a:srgbClr val="FFFFFF"/>
                </a:solidFill>
                <a:latin typeface="Segoe UI" panose="020B0502040204020203" pitchFamily="34" charset="0"/>
              </a:rPr>
              <a:t>MODELS WITH BALANCED DATA WITH TUNING</a:t>
            </a:r>
            <a:endParaRPr lang="en-IN" sz="28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D80E681-6F90-4A9F-A930-07D0CA26E4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9094" y="3958409"/>
            <a:ext cx="10151184" cy="2791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32724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EBC3F3A9-3874-F3BD-0CDC-412EA2B43C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966" y="4616004"/>
            <a:ext cx="2876951" cy="342948"/>
          </a:xfrm>
          <a:prstGeom prst="rect">
            <a:avLst/>
          </a:prstGeom>
        </p:spPr>
      </p:pic>
      <p:sp>
        <p:nvSpPr>
          <p:cNvPr id="30" name="Rectangle: Diagonal Corners Snipped 29">
            <a:extLst>
              <a:ext uri="{FF2B5EF4-FFF2-40B4-BE49-F238E27FC236}">
                <a16:creationId xmlns:a16="http://schemas.microsoft.com/office/drawing/2014/main" id="{56950160-36F8-2CE7-A4F0-D5378C1E8607}"/>
              </a:ext>
            </a:extLst>
          </p:cNvPr>
          <p:cNvSpPr/>
          <p:nvPr/>
        </p:nvSpPr>
        <p:spPr>
          <a:xfrm>
            <a:off x="6763917" y="586042"/>
            <a:ext cx="5142977" cy="460274"/>
          </a:xfrm>
          <a:prstGeom prst="snip2DiagRect">
            <a:avLst/>
          </a:prstGeom>
          <a:ln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2000" b="1" u="sng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ROC AUC curve for Random Forest Tuned</a:t>
            </a:r>
            <a:endParaRPr lang="en-IN" sz="3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ctr"/>
            <a:r>
              <a:rPr lang="en-IN" sz="900" b="1" u="none" strike="noStrike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  <a:endParaRPr lang="en-IN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169D759-4164-4768-87B4-BEC7527EB4E4}"/>
              </a:ext>
            </a:extLst>
          </p:cNvPr>
          <p:cNvSpPr/>
          <p:nvPr/>
        </p:nvSpPr>
        <p:spPr>
          <a:xfrm>
            <a:off x="325966" y="397565"/>
            <a:ext cx="3689444" cy="64875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b="1" i="0" u="none" strike="noStrike" baseline="0" dirty="0">
                <a:solidFill>
                  <a:srgbClr val="FFFFFF"/>
                </a:solidFill>
                <a:latin typeface="Segoe UI" panose="020B0502040204020203" pitchFamily="34" charset="0"/>
              </a:rPr>
              <a:t>SELECTED MODEL</a:t>
            </a:r>
            <a:endParaRPr lang="en-IN" sz="3200" dirty="0"/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E64047DC-78C7-41BF-BC83-41F26EAAE3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973658"/>
              </p:ext>
            </p:extLst>
          </p:nvPr>
        </p:nvGraphicFramePr>
        <p:xfrm>
          <a:off x="568953" y="5188335"/>
          <a:ext cx="2390976" cy="145863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27492">
                  <a:extLst>
                    <a:ext uri="{9D8B030D-6E8A-4147-A177-3AD203B41FA5}">
                      <a16:colId xmlns:a16="http://schemas.microsoft.com/office/drawing/2014/main" val="1676884493"/>
                    </a:ext>
                  </a:extLst>
                </a:gridCol>
                <a:gridCol w="799644">
                  <a:extLst>
                    <a:ext uri="{9D8B030D-6E8A-4147-A177-3AD203B41FA5}">
                      <a16:colId xmlns:a16="http://schemas.microsoft.com/office/drawing/2014/main" val="2516781565"/>
                    </a:ext>
                  </a:extLst>
                </a:gridCol>
                <a:gridCol w="763840">
                  <a:extLst>
                    <a:ext uri="{9D8B030D-6E8A-4147-A177-3AD203B41FA5}">
                      <a16:colId xmlns:a16="http://schemas.microsoft.com/office/drawing/2014/main" val="367293741"/>
                    </a:ext>
                  </a:extLst>
                </a:gridCol>
              </a:tblGrid>
              <a:tr h="461276">
                <a:tc>
                  <a:txBody>
                    <a:bodyPr/>
                    <a:lstStyle/>
                    <a:p>
                      <a:pPr algn="l" fontAlgn="b"/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u="none" strike="noStrike">
                          <a:effectLst/>
                          <a:latin typeface="+mn-lt"/>
                        </a:rPr>
                        <a:t>Actual 0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u="none" strike="noStrike" dirty="0">
                          <a:effectLst/>
                          <a:latin typeface="+mn-lt"/>
                        </a:rPr>
                        <a:t>Actual 1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05244300"/>
                  </a:ext>
                </a:extLst>
              </a:tr>
              <a:tr h="49867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u="none" strike="noStrike" dirty="0">
                          <a:effectLst/>
                          <a:latin typeface="+mn-lt"/>
                        </a:rPr>
                        <a:t>Predicted 0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u="none" strike="noStrike" dirty="0">
                          <a:effectLst/>
                          <a:latin typeface="+mn-lt"/>
                        </a:rPr>
                        <a:t>4703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u="none" strike="noStrike" dirty="0">
                          <a:effectLst/>
                          <a:latin typeface="+mn-lt"/>
                        </a:rPr>
                        <a:t>11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024943521"/>
                  </a:ext>
                </a:extLst>
              </a:tr>
              <a:tr h="49867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u="none" strike="noStrike">
                          <a:effectLst/>
                          <a:latin typeface="+mn-lt"/>
                        </a:rPr>
                        <a:t>Predicted 1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u="none" strike="noStrike" dirty="0">
                          <a:effectLst/>
                          <a:latin typeface="+mn-lt"/>
                        </a:rPr>
                        <a:t>14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u="none" strike="noStrike" dirty="0">
                          <a:effectLst/>
                          <a:latin typeface="+mn-lt"/>
                        </a:rPr>
                        <a:t>2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682972874"/>
                  </a:ext>
                </a:extLst>
              </a:tr>
            </a:tbl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C4E872F2-A443-40C0-8FE6-3C7EF82BAE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5966" y="1406758"/>
            <a:ext cx="4509270" cy="278827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A691239-9AF4-4FCF-B76F-58F04F085D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5874" y="1490272"/>
            <a:ext cx="5377816" cy="3698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24323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CA6DD3-915D-F9EA-9653-0FB945944576}"/>
              </a:ext>
            </a:extLst>
          </p:cNvPr>
          <p:cNvSpPr>
            <a:spLocks noGrp="1"/>
          </p:cNvSpPr>
          <p:nvPr>
            <p:ph type="body" idx="4294967295"/>
          </p:nvPr>
        </p:nvSpPr>
        <p:spPr>
          <a:xfrm>
            <a:off x="128337" y="853776"/>
            <a:ext cx="3256308" cy="823912"/>
          </a:xfrm>
        </p:spPr>
        <p:txBody>
          <a:bodyPr>
            <a:normAutofit/>
          </a:bodyPr>
          <a:lstStyle/>
          <a:p>
            <a:r>
              <a:rPr lang="en-IN" sz="3600" b="1" dirty="0">
                <a:latin typeface="+mj-lt"/>
                <a:cs typeface="Times New Roman" panose="02020603050405020304" pitchFamily="18" charset="0"/>
              </a:rPr>
              <a:t>Findings</a:t>
            </a: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92047F-3E60-09F5-CD8C-4F2C45D021A5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128336" y="1685747"/>
            <a:ext cx="5967663" cy="4503915"/>
          </a:xfr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sz="2000" dirty="0"/>
              <a:t> In order to get approval of the credit card for the candidate, following characteristics were found out:</a:t>
            </a:r>
          </a:p>
          <a:p>
            <a:r>
              <a:rPr lang="en-US" sz="2000" dirty="0"/>
              <a:t>Annual Income of the candidate plays a major part in approval making decision, generally higher income gets approval easily.</a:t>
            </a:r>
            <a:endParaRPr lang="en-IN" sz="2000" dirty="0"/>
          </a:p>
          <a:p>
            <a:r>
              <a:rPr lang="en-IN" sz="2000" dirty="0"/>
              <a:t>Days of employment help in to know the stability of work balance of the candidate  </a:t>
            </a:r>
          </a:p>
          <a:p>
            <a:r>
              <a:rPr lang="en-IN" sz="2000" dirty="0"/>
              <a:t>Age, Education too play a factor in deciding the approval of credit card </a:t>
            </a:r>
          </a:p>
          <a:p>
            <a:r>
              <a:rPr lang="en-IN" sz="2000" dirty="0"/>
              <a:t>No of dependents of the candidate, his married status also play a minor role in approval process</a:t>
            </a:r>
          </a:p>
          <a:p>
            <a:r>
              <a:rPr lang="en-IN" sz="2000" dirty="0"/>
              <a:t> If a candidate own home and own car, it increase the chance of approval as it shows the candidate have a good financial background  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DCCBC58-7733-8885-BE23-546039D55B02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6880476" y="853776"/>
            <a:ext cx="5183187" cy="823912"/>
          </a:xfrm>
        </p:spPr>
        <p:txBody>
          <a:bodyPr>
            <a:normAutofit/>
          </a:bodyPr>
          <a:lstStyle/>
          <a:p>
            <a:r>
              <a:rPr lang="en-IN" sz="3200" b="1" dirty="0">
                <a:latin typeface="+mj-lt"/>
                <a:cs typeface="Times New Roman" panose="02020603050405020304" pitchFamily="18" charset="0"/>
              </a:rPr>
              <a:t>Limitations/Challenges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453625B-25B0-E670-872C-81F104E61E62}"/>
              </a:ext>
            </a:extLst>
          </p:cNvPr>
          <p:cNvSpPr>
            <a:spLocks noGrp="1"/>
          </p:cNvSpPr>
          <p:nvPr>
            <p:ph sz="quarter" idx="4294967295"/>
          </p:nvPr>
        </p:nvSpPr>
        <p:spPr>
          <a:xfrm>
            <a:off x="6599380" y="1685747"/>
            <a:ext cx="5183187" cy="3684588"/>
          </a:xfrm>
        </p:spPr>
        <p:txBody>
          <a:bodyPr>
            <a:normAutofit/>
          </a:bodyPr>
          <a:lstStyle/>
          <a:p>
            <a:r>
              <a:rPr lang="en-US" sz="2400" dirty="0"/>
              <a:t> </a:t>
            </a:r>
            <a:r>
              <a:rPr lang="en-US" sz="2000" dirty="0"/>
              <a:t>Very high data imbalance</a:t>
            </a:r>
          </a:p>
          <a:p>
            <a:r>
              <a:rPr lang="en-US" sz="2000" dirty="0"/>
              <a:t>  Different Imputation methods</a:t>
            </a:r>
          </a:p>
          <a:p>
            <a:r>
              <a:rPr lang="en-US" sz="2000" dirty="0"/>
              <a:t> Redundant Features </a:t>
            </a:r>
          </a:p>
          <a:p>
            <a:r>
              <a:rPr lang="en-US" sz="2000" dirty="0"/>
              <a:t> Hyper parameter tuning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1363249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8EECC4-E2B5-40BF-D503-2969E1C353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3798" y="653016"/>
            <a:ext cx="5879456" cy="707886"/>
          </a:xfrm>
        </p:spPr>
        <p:txBody>
          <a:bodyPr/>
          <a:lstStyle/>
          <a:p>
            <a:r>
              <a:rPr lang="en-IN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Business Recommendations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D9E9C1-653A-DB8A-7945-561FB254AD79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193798" y="1253330"/>
            <a:ext cx="11215730" cy="5283947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+mj-lt"/>
                <a:cs typeface="Times New Roman" panose="02020603050405020304" pitchFamily="18" charset="0"/>
              </a:rPr>
              <a:t>Based on this project's analysis, income, age, family member headcount, and employment length are the three most predictive features in determining whether an applicant will be approved for a credit card.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+mj-lt"/>
                <a:cs typeface="Times New Roman" panose="02020603050405020304" pitchFamily="18" charset="0"/>
              </a:rPr>
              <a:t>Key business finding being that people with the highest income and who have at least one partner, are more likely to be approved for a credit card.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+mj-lt"/>
                <a:cs typeface="Times New Roman" panose="02020603050405020304" pitchFamily="18" charset="0"/>
              </a:rPr>
              <a:t>People whose income is very less, who do not have a partner and have more than 2 dependents with them have a slight chance of not getting rejected for credit card. </a:t>
            </a:r>
            <a:endParaRPr lang="en-IN" sz="2400" dirty="0">
              <a:latin typeface="+mj-lt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+mj-lt"/>
                <a:cs typeface="Times New Roman" panose="02020603050405020304" pitchFamily="18" charset="0"/>
              </a:rPr>
              <a:t>Another business recommendation for the banks is to increase the number of inputs about the applicant so that it would result in  getting bias-variance tradeoff to get optimal results from the model.</a:t>
            </a:r>
            <a:endParaRPr lang="en-IN" sz="2400" dirty="0">
              <a:latin typeface="+mj-lt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36958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90DCD4-9D26-8F3E-0F9E-C87AB88641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31123" y="2845349"/>
            <a:ext cx="6119447" cy="1325563"/>
          </a:xfrm>
          <a:ln>
            <a:solidFill>
              <a:schemeClr val="accent1">
                <a:lumMod val="75000"/>
              </a:schemeClr>
            </a:solidFill>
          </a:ln>
        </p:spPr>
        <p:txBody>
          <a:bodyPr>
            <a:normAutofit/>
          </a:bodyPr>
          <a:lstStyle/>
          <a:p>
            <a:pPr algn="ctr"/>
            <a:r>
              <a:rPr lang="en-IN" sz="5400" b="1" dirty="0">
                <a:solidFill>
                  <a:schemeClr val="accent5">
                    <a:lumMod val="75000"/>
                  </a:schemeClr>
                </a:solidFill>
                <a:latin typeface="Algerian" panose="04020705040A02060702" pitchFamily="82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5429306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3" Type="http://schemas.microsoft.com/office/2011/relationships/webextension" Target="webextension3.xml"/><Relationship Id="rId2" Type="http://schemas.microsoft.com/office/2011/relationships/webextension" Target="webextension2.xml"/><Relationship Id="rId1" Type="http://schemas.microsoft.com/office/2011/relationships/webextension" Target="webextension1.xml"/><Relationship Id="rId6" Type="http://schemas.microsoft.com/office/2011/relationships/webextension" Target="webextension6.xml"/><Relationship Id="rId5" Type="http://schemas.microsoft.com/office/2011/relationships/webextension" Target="webextension5.xml"/><Relationship Id="rId4" Type="http://schemas.microsoft.com/office/2011/relationships/webextension" Target="webextension4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8">
    <wetp:webextensionref xmlns:r="http://schemas.openxmlformats.org/officeDocument/2006/relationships" r:id="rId1"/>
  </wetp:taskpane>
  <wetp:taskpane dockstate="right" visibility="0" width="438" row="22">
    <wetp:webextensionref xmlns:r="http://schemas.openxmlformats.org/officeDocument/2006/relationships" r:id="rId2"/>
  </wetp:taskpane>
  <wetp:taskpane dockstate="right" visibility="0" width="438" row="2">
    <wetp:webextensionref xmlns:r="http://schemas.openxmlformats.org/officeDocument/2006/relationships" r:id="rId3"/>
  </wetp:taskpane>
  <wetp:taskpane dockstate="right" visibility="0" width="438" row="19">
    <wetp:webextensionref xmlns:r="http://schemas.openxmlformats.org/officeDocument/2006/relationships" r:id="rId4"/>
  </wetp:taskpane>
  <wetp:taskpane dockstate="right" visibility="0" width="438" row="1">
    <wetp:webextensionref xmlns:r="http://schemas.openxmlformats.org/officeDocument/2006/relationships" r:id="rId5"/>
  </wetp:taskpane>
  <wetp:taskpane dockstate="right" visibility="0" width="438" row="2">
    <wetp:webextensionref xmlns:r="http://schemas.openxmlformats.org/officeDocument/2006/relationships" r:id="rId6"/>
  </wetp:taskpane>
</wetp:taskpanes>
</file>

<file path=ppt/webextensions/webextension1.xml><?xml version="1.0" encoding="utf-8"?>
<we:webextension xmlns:we="http://schemas.microsoft.com/office/webextensions/webextension/2010/11" id="{D3E5006A-1A53-4829-9D5C-AFF56F6866C8}">
  <we:reference id="wa104380907" version="3.0.0.1" store="en-US" storeType="OMEX"/>
  <we:alternateReferences>
    <we:reference id="wa104380907" version="3.0.0.1" store="WA104380907" storeType="OMEX"/>
  </we:alternateReferences>
  <we:properties/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EF091329-15B1-4689-93D9-78C4B3D57904}">
  <we:reference id="wa200001409" version="1.0.0.3" store="en-US" storeType="OMEX"/>
  <we:alternateReferences>
    <we:reference id="wa200001409" version="1.0.0.3" store="WA200001409" storeType="OMEX"/>
  </we:alternateReferences>
  <we:properties/>
  <we:bindings/>
  <we:snapshot xmlns:r="http://schemas.openxmlformats.org/officeDocument/2006/relationships"/>
</we:webextension>
</file>

<file path=ppt/webextensions/webextension3.xml><?xml version="1.0" encoding="utf-8"?>
<we:webextension xmlns:we="http://schemas.microsoft.com/office/webextensions/webextension/2010/11" id="{07DC0F26-C111-44BD-B6CC-367081855457}">
  <we:reference id="wa200003732" version="2.0.1.0" store="en-US" storeType="OMEX"/>
  <we:alternateReferences>
    <we:reference id="wa200003732" version="2.0.1.0" store="WA200003732" storeType="OMEX"/>
  </we:alternateReferences>
  <we:properties/>
  <we:bindings/>
  <we:snapshot xmlns:r="http://schemas.openxmlformats.org/officeDocument/2006/relationships"/>
</we:webextension>
</file>

<file path=ppt/webextensions/webextension4.xml><?xml version="1.0" encoding="utf-8"?>
<we:webextension xmlns:we="http://schemas.microsoft.com/office/webextensions/webextension/2010/11" id="{AAFD5378-F471-47FE-8818-70C42EF43FE5}">
  <we:reference id="wa104178141" version="4.3.3.0" store="en-US" storeType="OMEX"/>
  <we:alternateReferences>
    <we:reference id="wa104178141" version="4.3.3.0" store="WA104178141" storeType="OMEX"/>
  </we:alternateReferences>
  <we:properties/>
  <we:bindings/>
  <we:snapshot xmlns:r="http://schemas.openxmlformats.org/officeDocument/2006/relationships"/>
</we:webextension>
</file>

<file path=ppt/webextensions/webextension5.xml><?xml version="1.0" encoding="utf-8"?>
<we:webextension xmlns:we="http://schemas.microsoft.com/office/webextensions/webextension/2010/11" id="{621A2FA8-623B-4F15-8788-4CA52B9A74B4}">
  <we:reference id="wa104379997" version="2.0.0.0" store="en-US" storeType="OMEX"/>
  <we:alternateReferences>
    <we:reference id="wa104379997" version="2.0.0.0" store="WA104379997" storeType="OMEX"/>
  </we:alternateReferences>
  <we:properties/>
  <we:bindings/>
  <we:snapshot xmlns:r="http://schemas.openxmlformats.org/officeDocument/2006/relationships"/>
</we:webextension>
</file>

<file path=ppt/webextensions/webextension6.xml><?xml version="1.0" encoding="utf-8"?>
<we:webextension xmlns:we="http://schemas.microsoft.com/office/webextensions/webextension/2010/11" id="{BBA90904-CEE6-4080-B81E-DB40697A5307}">
  <we:reference id="wa104380510" version="1.0.0.3" store="en-US" storeType="OMEX"/>
  <we:alternateReferences>
    <we:reference id="wa104380510" version="1.0.0.3" store="WA104380510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1407</TotalTime>
  <Words>871</Words>
  <Application>Microsoft Office PowerPoint</Application>
  <PresentationFormat>Widescreen</PresentationFormat>
  <Paragraphs>103</Paragraphs>
  <Slides>16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4" baseType="lpstr">
      <vt:lpstr>Algerian</vt:lpstr>
      <vt:lpstr>Arial</vt:lpstr>
      <vt:lpstr>Calibri</vt:lpstr>
      <vt:lpstr>Calibri Light</vt:lpstr>
      <vt:lpstr>Segoe UI</vt:lpstr>
      <vt:lpstr>Times New Roman</vt:lpstr>
      <vt:lpstr>Wingdings</vt:lpstr>
      <vt:lpstr>Office Theme</vt:lpstr>
      <vt:lpstr>Our Team</vt:lpstr>
      <vt:lpstr>Problem Statement </vt:lpstr>
      <vt:lpstr>The dataset contains application records of the credit card users of a bank.  The dataset has 537667 records and 19 attributes. The attribute/feature/column names are given below:</vt:lpstr>
      <vt:lpstr>PowerPoint Presentation</vt:lpstr>
      <vt:lpstr>PowerPoint Presentation</vt:lpstr>
      <vt:lpstr>Analysis of Numerical Variables: </vt:lpstr>
      <vt:lpstr>      Bivariate Analysis </vt:lpstr>
      <vt:lpstr> </vt:lpstr>
      <vt:lpstr>PowerPoint Presentation</vt:lpstr>
      <vt:lpstr>MODEL BUILDING</vt:lpstr>
      <vt:lpstr>PowerPoint Presentation</vt:lpstr>
      <vt:lpstr>PowerPoint Presentation</vt:lpstr>
      <vt:lpstr>PowerPoint Presentation</vt:lpstr>
      <vt:lpstr>PowerPoint Presentation</vt:lpstr>
      <vt:lpstr>Business Recommendations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CREDIT CARD APPROVAL SYSTEM</dc:title>
  <dc:creator>Abhishek Maharaj</dc:creator>
  <cp:lastModifiedBy>Tejas Padole</cp:lastModifiedBy>
  <cp:revision>51</cp:revision>
  <dcterms:created xsi:type="dcterms:W3CDTF">2022-09-09T08:32:52Z</dcterms:created>
  <dcterms:modified xsi:type="dcterms:W3CDTF">2026-06-29T13:17:44Z</dcterms:modified>
</cp:coreProperties>
</file>